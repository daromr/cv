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http://customooxmlschemas.google.com/">
      <go:slidesCustomData xmlns:go="http://customooxmlschemas.google.com/" r:id="rId14" roundtripDataSignature="AMtx7mh/Yz+mw/OeMm/9AddWATa7oMGu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 name="Google Shape;7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86" name="Google Shape;8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93" name="Google Shape;9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2f782f8e9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12f782f8e9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g12f782f8e9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2f782f8e9d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12f782f8e9d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12f782f8e9d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2f782f8e9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12f782f8e9d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g12f782f8e9d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2f782f8e9d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12f782f8e9d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12f782f8e9d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showMasterSp="0">
  <p:cSld name="Diseño personalizado">
    <p:spTree>
      <p:nvGrpSpPr>
        <p:cNvPr id="15" name="Shape 15"/>
        <p:cNvGrpSpPr/>
        <p:nvPr/>
      </p:nvGrpSpPr>
      <p:grpSpPr>
        <a:xfrm>
          <a:off x="0" y="0"/>
          <a:ext cx="0" cy="0"/>
          <a:chOff x="0" y="0"/>
          <a:chExt cx="0" cy="0"/>
        </a:xfrm>
      </p:grpSpPr>
    </p:spTree>
  </p:cSld>
  <p:clrMapOvr>
    <a:masterClrMapping/>
  </p:clrMapOvr>
  <p:transition spd="slow" p14:dur="800">
    <p:circl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6" name="Shape 16"/>
        <p:cNvGrpSpPr/>
        <p:nvPr/>
      </p:nvGrpSpPr>
      <p:grpSpPr>
        <a:xfrm>
          <a:off x="0" y="0"/>
          <a:ext cx="0" cy="0"/>
          <a:chOff x="0" y="0"/>
          <a:chExt cx="0" cy="0"/>
        </a:xfrm>
      </p:grpSpPr>
      <p:sp>
        <p:nvSpPr>
          <p:cNvPr id="17" name="Google Shape;17;p12"/>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18" name="Google Shape;18;p12"/>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19" name="Google Shape;19;p12"/>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0" name="Shape 20"/>
        <p:cNvGrpSpPr/>
        <p:nvPr/>
      </p:nvGrpSpPr>
      <p:grpSpPr>
        <a:xfrm>
          <a:off x="0" y="0"/>
          <a:ext cx="0" cy="0"/>
          <a:chOff x="0" y="0"/>
          <a:chExt cx="0" cy="0"/>
        </a:xfrm>
      </p:grpSpPr>
      <p:sp>
        <p:nvSpPr>
          <p:cNvPr id="21" name="Google Shape;21;p13"/>
          <p:cNvSpPr txBox="1"/>
          <p:nvPr>
            <p:ph type="title"/>
          </p:nvPr>
        </p:nvSpPr>
        <p:spPr>
          <a:xfrm>
            <a:off x="1056000" y="981000"/>
            <a:ext cx="10080000" cy="1008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 type="body"/>
          </p:nvPr>
        </p:nvSpPr>
        <p:spPr>
          <a:xfrm>
            <a:off x="336000" y="1989000"/>
            <a:ext cx="11520000" cy="45087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 name="Google Shape;23;p13"/>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24" name="Google Shape;24;p13"/>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25" name="Google Shape;25;p13"/>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6" name="Shape 26"/>
        <p:cNvGrpSpPr/>
        <p:nvPr/>
      </p:nvGrpSpPr>
      <p:grpSpPr>
        <a:xfrm>
          <a:off x="0" y="0"/>
          <a:ext cx="0" cy="0"/>
          <a:chOff x="0" y="0"/>
          <a:chExt cx="0" cy="0"/>
        </a:xfrm>
      </p:grpSpPr>
      <p:sp>
        <p:nvSpPr>
          <p:cNvPr id="27" name="Google Shape;27;p14"/>
          <p:cNvSpPr txBox="1"/>
          <p:nvPr>
            <p:ph type="title"/>
          </p:nvPr>
        </p:nvSpPr>
        <p:spPr>
          <a:xfrm>
            <a:off x="831851" y="1709745"/>
            <a:ext cx="10515600" cy="285273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 type="body"/>
          </p:nvPr>
        </p:nvSpPr>
        <p:spPr>
          <a:xfrm>
            <a:off x="831851" y="4589470"/>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2400"/>
              <a:buNone/>
              <a:defRPr sz="1800">
                <a:solidFill>
                  <a:srgbClr val="888888"/>
                </a:solidFill>
              </a:defRPr>
            </a:lvl1pPr>
            <a:lvl2pPr indent="-228600" lvl="1" marL="914400" algn="l">
              <a:lnSpc>
                <a:spcPct val="90000"/>
              </a:lnSpc>
              <a:spcBef>
                <a:spcPts val="375"/>
              </a:spcBef>
              <a:spcAft>
                <a:spcPts val="0"/>
              </a:spcAft>
              <a:buClr>
                <a:srgbClr val="888888"/>
              </a:buClr>
              <a:buSzPts val="2000"/>
              <a:buNone/>
              <a:defRPr sz="1500">
                <a:solidFill>
                  <a:srgbClr val="888888"/>
                </a:solidFill>
              </a:defRPr>
            </a:lvl2pPr>
            <a:lvl3pPr indent="-228600" lvl="2" marL="1371600" algn="l">
              <a:lnSpc>
                <a:spcPct val="90000"/>
              </a:lnSpc>
              <a:spcBef>
                <a:spcPts val="375"/>
              </a:spcBef>
              <a:spcAft>
                <a:spcPts val="0"/>
              </a:spcAft>
              <a:buClr>
                <a:srgbClr val="888888"/>
              </a:buClr>
              <a:buSzPts val="1800"/>
              <a:buNone/>
              <a:defRPr sz="1350">
                <a:solidFill>
                  <a:srgbClr val="888888"/>
                </a:solidFill>
              </a:defRPr>
            </a:lvl3pPr>
            <a:lvl4pPr indent="-228600" lvl="3" marL="1828800" algn="l">
              <a:lnSpc>
                <a:spcPct val="90000"/>
              </a:lnSpc>
              <a:spcBef>
                <a:spcPts val="375"/>
              </a:spcBef>
              <a:spcAft>
                <a:spcPts val="0"/>
              </a:spcAft>
              <a:buClr>
                <a:srgbClr val="888888"/>
              </a:buClr>
              <a:buSzPts val="1600"/>
              <a:buNone/>
              <a:defRPr sz="1200">
                <a:solidFill>
                  <a:srgbClr val="888888"/>
                </a:solidFill>
              </a:defRPr>
            </a:lvl4pPr>
            <a:lvl5pPr indent="-228600" lvl="4" marL="2286000" algn="l">
              <a:lnSpc>
                <a:spcPct val="90000"/>
              </a:lnSpc>
              <a:spcBef>
                <a:spcPts val="375"/>
              </a:spcBef>
              <a:spcAft>
                <a:spcPts val="0"/>
              </a:spcAft>
              <a:buClr>
                <a:srgbClr val="888888"/>
              </a:buClr>
              <a:buSzPts val="1600"/>
              <a:buNone/>
              <a:defRPr sz="1200">
                <a:solidFill>
                  <a:srgbClr val="888888"/>
                </a:solidFill>
              </a:defRPr>
            </a:lvl5pPr>
            <a:lvl6pPr indent="-228600" lvl="5" marL="2743200" algn="l">
              <a:lnSpc>
                <a:spcPct val="90000"/>
              </a:lnSpc>
              <a:spcBef>
                <a:spcPts val="375"/>
              </a:spcBef>
              <a:spcAft>
                <a:spcPts val="0"/>
              </a:spcAft>
              <a:buClr>
                <a:srgbClr val="888888"/>
              </a:buClr>
              <a:buSzPts val="1600"/>
              <a:buNone/>
              <a:defRPr sz="1200">
                <a:solidFill>
                  <a:srgbClr val="888888"/>
                </a:solidFill>
              </a:defRPr>
            </a:lvl6pPr>
            <a:lvl7pPr indent="-228600" lvl="6" marL="3200400" algn="l">
              <a:lnSpc>
                <a:spcPct val="90000"/>
              </a:lnSpc>
              <a:spcBef>
                <a:spcPts val="375"/>
              </a:spcBef>
              <a:spcAft>
                <a:spcPts val="0"/>
              </a:spcAft>
              <a:buClr>
                <a:srgbClr val="888888"/>
              </a:buClr>
              <a:buSzPts val="1600"/>
              <a:buNone/>
              <a:defRPr sz="1200">
                <a:solidFill>
                  <a:srgbClr val="888888"/>
                </a:solidFill>
              </a:defRPr>
            </a:lvl7pPr>
            <a:lvl8pPr indent="-228600" lvl="7" marL="3657600" algn="l">
              <a:lnSpc>
                <a:spcPct val="90000"/>
              </a:lnSpc>
              <a:spcBef>
                <a:spcPts val="375"/>
              </a:spcBef>
              <a:spcAft>
                <a:spcPts val="0"/>
              </a:spcAft>
              <a:buClr>
                <a:srgbClr val="888888"/>
              </a:buClr>
              <a:buSzPts val="1600"/>
              <a:buNone/>
              <a:defRPr sz="1200">
                <a:solidFill>
                  <a:srgbClr val="888888"/>
                </a:solidFill>
              </a:defRPr>
            </a:lvl8pPr>
            <a:lvl9pPr indent="-228600" lvl="8" marL="4114800" algn="l">
              <a:lnSpc>
                <a:spcPct val="90000"/>
              </a:lnSpc>
              <a:spcBef>
                <a:spcPts val="375"/>
              </a:spcBef>
              <a:spcAft>
                <a:spcPts val="0"/>
              </a:spcAft>
              <a:buClr>
                <a:srgbClr val="888888"/>
              </a:buClr>
              <a:buSzPts val="1600"/>
              <a:buNone/>
              <a:defRPr sz="1200">
                <a:solidFill>
                  <a:srgbClr val="888888"/>
                </a:solidFill>
              </a:defRPr>
            </a:lvl9pPr>
          </a:lstStyle>
          <a:p/>
        </p:txBody>
      </p:sp>
      <p:sp>
        <p:nvSpPr>
          <p:cNvPr id="29" name="Google Shape;29;p14"/>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30" name="Google Shape;30;p14"/>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31" name="Google Shape;31;p14"/>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2" name="Shape 32"/>
        <p:cNvGrpSpPr/>
        <p:nvPr/>
      </p:nvGrpSpPr>
      <p:grpSpPr>
        <a:xfrm>
          <a:off x="0" y="0"/>
          <a:ext cx="0" cy="0"/>
          <a:chOff x="0" y="0"/>
          <a:chExt cx="0" cy="0"/>
        </a:xfrm>
      </p:grpSpPr>
      <p:sp>
        <p:nvSpPr>
          <p:cNvPr id="33" name="Google Shape;33;p15"/>
          <p:cNvSpPr txBox="1"/>
          <p:nvPr>
            <p:ph type="title"/>
          </p:nvPr>
        </p:nvSpPr>
        <p:spPr>
          <a:xfrm>
            <a:off x="1056000" y="981000"/>
            <a:ext cx="10080000" cy="1008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 type="body"/>
          </p:nvPr>
        </p:nvSpPr>
        <p:spPr>
          <a:xfrm>
            <a:off x="838200" y="1988999"/>
            <a:ext cx="5156200" cy="41879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 name="Google Shape;35;p15"/>
          <p:cNvSpPr txBox="1"/>
          <p:nvPr>
            <p:ph idx="2" type="body"/>
          </p:nvPr>
        </p:nvSpPr>
        <p:spPr>
          <a:xfrm>
            <a:off x="6197600" y="1988999"/>
            <a:ext cx="5156200" cy="41879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15"/>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37" name="Google Shape;37;p15"/>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38" name="Google Shape;38;p15"/>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9" name="Shape 39"/>
        <p:cNvGrpSpPr/>
        <p:nvPr/>
      </p:nvGrpSpPr>
      <p:grpSpPr>
        <a:xfrm>
          <a:off x="0" y="0"/>
          <a:ext cx="0" cy="0"/>
          <a:chOff x="0" y="0"/>
          <a:chExt cx="0" cy="0"/>
        </a:xfrm>
      </p:grpSpPr>
      <p:sp>
        <p:nvSpPr>
          <p:cNvPr id="40" name="Google Shape;40;p16"/>
          <p:cNvSpPr txBox="1"/>
          <p:nvPr>
            <p:ph type="title"/>
          </p:nvPr>
        </p:nvSpPr>
        <p:spPr>
          <a:xfrm>
            <a:off x="809040" y="984861"/>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6"/>
          <p:cNvSpPr txBox="1"/>
          <p:nvPr>
            <p:ph idx="1" type="body"/>
          </p:nvPr>
        </p:nvSpPr>
        <p:spPr>
          <a:xfrm>
            <a:off x="836083" y="2605087"/>
            <a:ext cx="5158316"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2400"/>
              <a:buNone/>
              <a:defRPr b="1" sz="1800"/>
            </a:lvl1pPr>
            <a:lvl2pPr indent="-228600" lvl="1" marL="914400" algn="l">
              <a:lnSpc>
                <a:spcPct val="90000"/>
              </a:lnSpc>
              <a:spcBef>
                <a:spcPts val="375"/>
              </a:spcBef>
              <a:spcAft>
                <a:spcPts val="0"/>
              </a:spcAft>
              <a:buClr>
                <a:schemeClr val="dk1"/>
              </a:buClr>
              <a:buSzPts val="2000"/>
              <a:buNone/>
              <a:defRPr b="1" sz="1500"/>
            </a:lvl2pPr>
            <a:lvl3pPr indent="-228600" lvl="2" marL="1371600" algn="l">
              <a:lnSpc>
                <a:spcPct val="90000"/>
              </a:lnSpc>
              <a:spcBef>
                <a:spcPts val="375"/>
              </a:spcBef>
              <a:spcAft>
                <a:spcPts val="0"/>
              </a:spcAft>
              <a:buClr>
                <a:schemeClr val="dk1"/>
              </a:buClr>
              <a:buSzPts val="1800"/>
              <a:buNone/>
              <a:defRPr b="1" sz="1350"/>
            </a:lvl3pPr>
            <a:lvl4pPr indent="-228600" lvl="3" marL="1828800" algn="l">
              <a:lnSpc>
                <a:spcPct val="90000"/>
              </a:lnSpc>
              <a:spcBef>
                <a:spcPts val="375"/>
              </a:spcBef>
              <a:spcAft>
                <a:spcPts val="0"/>
              </a:spcAft>
              <a:buClr>
                <a:schemeClr val="dk1"/>
              </a:buClr>
              <a:buSzPts val="1600"/>
              <a:buNone/>
              <a:defRPr b="1" sz="1200"/>
            </a:lvl4pPr>
            <a:lvl5pPr indent="-228600" lvl="4" marL="2286000" algn="l">
              <a:lnSpc>
                <a:spcPct val="90000"/>
              </a:lnSpc>
              <a:spcBef>
                <a:spcPts val="375"/>
              </a:spcBef>
              <a:spcAft>
                <a:spcPts val="0"/>
              </a:spcAft>
              <a:buClr>
                <a:schemeClr val="dk1"/>
              </a:buClr>
              <a:buSzPts val="1600"/>
              <a:buNone/>
              <a:defRPr b="1" sz="1200"/>
            </a:lvl5pPr>
            <a:lvl6pPr indent="-228600" lvl="5" marL="2743200" algn="l">
              <a:lnSpc>
                <a:spcPct val="90000"/>
              </a:lnSpc>
              <a:spcBef>
                <a:spcPts val="375"/>
              </a:spcBef>
              <a:spcAft>
                <a:spcPts val="0"/>
              </a:spcAft>
              <a:buClr>
                <a:schemeClr val="dk1"/>
              </a:buClr>
              <a:buSzPts val="1600"/>
              <a:buNone/>
              <a:defRPr b="1" sz="1200"/>
            </a:lvl6pPr>
            <a:lvl7pPr indent="-228600" lvl="6" marL="3200400" algn="l">
              <a:lnSpc>
                <a:spcPct val="90000"/>
              </a:lnSpc>
              <a:spcBef>
                <a:spcPts val="375"/>
              </a:spcBef>
              <a:spcAft>
                <a:spcPts val="0"/>
              </a:spcAft>
              <a:buClr>
                <a:schemeClr val="dk1"/>
              </a:buClr>
              <a:buSzPts val="1600"/>
              <a:buNone/>
              <a:defRPr b="1" sz="1200"/>
            </a:lvl7pPr>
            <a:lvl8pPr indent="-228600" lvl="7" marL="3657600" algn="l">
              <a:lnSpc>
                <a:spcPct val="90000"/>
              </a:lnSpc>
              <a:spcBef>
                <a:spcPts val="375"/>
              </a:spcBef>
              <a:spcAft>
                <a:spcPts val="0"/>
              </a:spcAft>
              <a:buClr>
                <a:schemeClr val="dk1"/>
              </a:buClr>
              <a:buSzPts val="1600"/>
              <a:buNone/>
              <a:defRPr b="1" sz="1200"/>
            </a:lvl8pPr>
            <a:lvl9pPr indent="-228600" lvl="8" marL="4114800" algn="l">
              <a:lnSpc>
                <a:spcPct val="90000"/>
              </a:lnSpc>
              <a:spcBef>
                <a:spcPts val="375"/>
              </a:spcBef>
              <a:spcAft>
                <a:spcPts val="0"/>
              </a:spcAft>
              <a:buClr>
                <a:schemeClr val="dk1"/>
              </a:buClr>
              <a:buSzPts val="1600"/>
              <a:buNone/>
              <a:defRPr b="1" sz="1200"/>
            </a:lvl9pPr>
          </a:lstStyle>
          <a:p/>
        </p:txBody>
      </p:sp>
      <p:sp>
        <p:nvSpPr>
          <p:cNvPr id="42" name="Google Shape;42;p16"/>
          <p:cNvSpPr txBox="1"/>
          <p:nvPr>
            <p:ph idx="2" type="body"/>
          </p:nvPr>
        </p:nvSpPr>
        <p:spPr>
          <a:xfrm>
            <a:off x="840319" y="3429001"/>
            <a:ext cx="5158316" cy="27606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16"/>
          <p:cNvSpPr txBox="1"/>
          <p:nvPr>
            <p:ph idx="3" type="body"/>
          </p:nvPr>
        </p:nvSpPr>
        <p:spPr>
          <a:xfrm>
            <a:off x="6172200" y="2605087"/>
            <a:ext cx="518371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2400"/>
              <a:buNone/>
              <a:defRPr b="1" sz="1800"/>
            </a:lvl1pPr>
            <a:lvl2pPr indent="-228600" lvl="1" marL="914400" algn="l">
              <a:lnSpc>
                <a:spcPct val="90000"/>
              </a:lnSpc>
              <a:spcBef>
                <a:spcPts val="375"/>
              </a:spcBef>
              <a:spcAft>
                <a:spcPts val="0"/>
              </a:spcAft>
              <a:buClr>
                <a:schemeClr val="dk1"/>
              </a:buClr>
              <a:buSzPts val="2000"/>
              <a:buNone/>
              <a:defRPr b="1" sz="1500"/>
            </a:lvl2pPr>
            <a:lvl3pPr indent="-228600" lvl="2" marL="1371600" algn="l">
              <a:lnSpc>
                <a:spcPct val="90000"/>
              </a:lnSpc>
              <a:spcBef>
                <a:spcPts val="375"/>
              </a:spcBef>
              <a:spcAft>
                <a:spcPts val="0"/>
              </a:spcAft>
              <a:buClr>
                <a:schemeClr val="dk1"/>
              </a:buClr>
              <a:buSzPts val="1800"/>
              <a:buNone/>
              <a:defRPr b="1" sz="1350"/>
            </a:lvl3pPr>
            <a:lvl4pPr indent="-228600" lvl="3" marL="1828800" algn="l">
              <a:lnSpc>
                <a:spcPct val="90000"/>
              </a:lnSpc>
              <a:spcBef>
                <a:spcPts val="375"/>
              </a:spcBef>
              <a:spcAft>
                <a:spcPts val="0"/>
              </a:spcAft>
              <a:buClr>
                <a:schemeClr val="dk1"/>
              </a:buClr>
              <a:buSzPts val="1600"/>
              <a:buNone/>
              <a:defRPr b="1" sz="1200"/>
            </a:lvl4pPr>
            <a:lvl5pPr indent="-228600" lvl="4" marL="2286000" algn="l">
              <a:lnSpc>
                <a:spcPct val="90000"/>
              </a:lnSpc>
              <a:spcBef>
                <a:spcPts val="375"/>
              </a:spcBef>
              <a:spcAft>
                <a:spcPts val="0"/>
              </a:spcAft>
              <a:buClr>
                <a:schemeClr val="dk1"/>
              </a:buClr>
              <a:buSzPts val="1600"/>
              <a:buNone/>
              <a:defRPr b="1" sz="1200"/>
            </a:lvl5pPr>
            <a:lvl6pPr indent="-228600" lvl="5" marL="2743200" algn="l">
              <a:lnSpc>
                <a:spcPct val="90000"/>
              </a:lnSpc>
              <a:spcBef>
                <a:spcPts val="375"/>
              </a:spcBef>
              <a:spcAft>
                <a:spcPts val="0"/>
              </a:spcAft>
              <a:buClr>
                <a:schemeClr val="dk1"/>
              </a:buClr>
              <a:buSzPts val="1600"/>
              <a:buNone/>
              <a:defRPr b="1" sz="1200"/>
            </a:lvl6pPr>
            <a:lvl7pPr indent="-228600" lvl="6" marL="3200400" algn="l">
              <a:lnSpc>
                <a:spcPct val="90000"/>
              </a:lnSpc>
              <a:spcBef>
                <a:spcPts val="375"/>
              </a:spcBef>
              <a:spcAft>
                <a:spcPts val="0"/>
              </a:spcAft>
              <a:buClr>
                <a:schemeClr val="dk1"/>
              </a:buClr>
              <a:buSzPts val="1600"/>
              <a:buNone/>
              <a:defRPr b="1" sz="1200"/>
            </a:lvl7pPr>
            <a:lvl8pPr indent="-228600" lvl="7" marL="3657600" algn="l">
              <a:lnSpc>
                <a:spcPct val="90000"/>
              </a:lnSpc>
              <a:spcBef>
                <a:spcPts val="375"/>
              </a:spcBef>
              <a:spcAft>
                <a:spcPts val="0"/>
              </a:spcAft>
              <a:buClr>
                <a:schemeClr val="dk1"/>
              </a:buClr>
              <a:buSzPts val="1600"/>
              <a:buNone/>
              <a:defRPr b="1" sz="1200"/>
            </a:lvl8pPr>
            <a:lvl9pPr indent="-228600" lvl="8" marL="4114800" algn="l">
              <a:lnSpc>
                <a:spcPct val="90000"/>
              </a:lnSpc>
              <a:spcBef>
                <a:spcPts val="375"/>
              </a:spcBef>
              <a:spcAft>
                <a:spcPts val="0"/>
              </a:spcAft>
              <a:buClr>
                <a:schemeClr val="dk1"/>
              </a:buClr>
              <a:buSzPts val="1600"/>
              <a:buNone/>
              <a:defRPr b="1" sz="1200"/>
            </a:lvl9pPr>
          </a:lstStyle>
          <a:p/>
        </p:txBody>
      </p:sp>
      <p:sp>
        <p:nvSpPr>
          <p:cNvPr id="44" name="Google Shape;44;p16"/>
          <p:cNvSpPr txBox="1"/>
          <p:nvPr>
            <p:ph idx="4" type="body"/>
          </p:nvPr>
        </p:nvSpPr>
        <p:spPr>
          <a:xfrm>
            <a:off x="6172200" y="3428999"/>
            <a:ext cx="5183717" cy="27606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16"/>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6" name="Google Shape;46;p16"/>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7" name="Google Shape;47;p16"/>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8" name="Shape 48"/>
        <p:cNvGrpSpPr/>
        <p:nvPr/>
      </p:nvGrpSpPr>
      <p:grpSpPr>
        <a:xfrm>
          <a:off x="0" y="0"/>
          <a:ext cx="0" cy="0"/>
          <a:chOff x="0" y="0"/>
          <a:chExt cx="0" cy="0"/>
        </a:xfrm>
      </p:grpSpPr>
      <p:sp>
        <p:nvSpPr>
          <p:cNvPr id="49" name="Google Shape;49;p17"/>
          <p:cNvSpPr txBox="1"/>
          <p:nvPr>
            <p:ph type="title"/>
          </p:nvPr>
        </p:nvSpPr>
        <p:spPr>
          <a:xfrm>
            <a:off x="1056000" y="981000"/>
            <a:ext cx="10080000" cy="1008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7"/>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1" name="Google Shape;51;p17"/>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2" name="Google Shape;52;p17"/>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53" name="Shape 53"/>
        <p:cNvGrpSpPr/>
        <p:nvPr/>
      </p:nvGrpSpPr>
      <p:grpSpPr>
        <a:xfrm>
          <a:off x="0" y="0"/>
          <a:ext cx="0" cy="0"/>
          <a:chOff x="0" y="0"/>
          <a:chExt cx="0" cy="0"/>
        </a:xfrm>
      </p:grpSpPr>
      <p:sp>
        <p:nvSpPr>
          <p:cNvPr id="54" name="Google Shape;54;p19"/>
          <p:cNvSpPr txBox="1"/>
          <p:nvPr>
            <p:ph type="title"/>
          </p:nvPr>
        </p:nvSpPr>
        <p:spPr>
          <a:xfrm>
            <a:off x="836085" y="948891"/>
            <a:ext cx="3932767"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9"/>
          <p:cNvSpPr/>
          <p:nvPr>
            <p:ph idx="2" type="pic"/>
          </p:nvPr>
        </p:nvSpPr>
        <p:spPr>
          <a:xfrm>
            <a:off x="5181600" y="1197002"/>
            <a:ext cx="6172200" cy="4873625"/>
          </a:xfrm>
          <a:prstGeom prst="rect">
            <a:avLst/>
          </a:prstGeom>
          <a:noFill/>
          <a:ln>
            <a:noFill/>
          </a:ln>
        </p:spPr>
      </p:sp>
      <p:sp>
        <p:nvSpPr>
          <p:cNvPr id="56" name="Google Shape;56;p19"/>
          <p:cNvSpPr txBox="1"/>
          <p:nvPr>
            <p:ph idx="1" type="body"/>
          </p:nvPr>
        </p:nvSpPr>
        <p:spPr>
          <a:xfrm>
            <a:off x="836085" y="2549091"/>
            <a:ext cx="393276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600"/>
              <a:buNone/>
              <a:defRPr sz="1200"/>
            </a:lvl1pPr>
            <a:lvl2pPr indent="-228600" lvl="1" marL="914400" algn="l">
              <a:lnSpc>
                <a:spcPct val="90000"/>
              </a:lnSpc>
              <a:spcBef>
                <a:spcPts val="375"/>
              </a:spcBef>
              <a:spcAft>
                <a:spcPts val="0"/>
              </a:spcAft>
              <a:buClr>
                <a:schemeClr val="dk1"/>
              </a:buClr>
              <a:buSzPts val="1400"/>
              <a:buNone/>
              <a:defRPr sz="1050"/>
            </a:lvl2pPr>
            <a:lvl3pPr indent="-228600" lvl="2" marL="1371600" algn="l">
              <a:lnSpc>
                <a:spcPct val="90000"/>
              </a:lnSpc>
              <a:spcBef>
                <a:spcPts val="375"/>
              </a:spcBef>
              <a:spcAft>
                <a:spcPts val="0"/>
              </a:spcAft>
              <a:buClr>
                <a:schemeClr val="dk1"/>
              </a:buClr>
              <a:buSzPts val="1200"/>
              <a:buNone/>
              <a:defRPr sz="900"/>
            </a:lvl3pPr>
            <a:lvl4pPr indent="-228600" lvl="3" marL="1828800" algn="l">
              <a:lnSpc>
                <a:spcPct val="90000"/>
              </a:lnSpc>
              <a:spcBef>
                <a:spcPts val="375"/>
              </a:spcBef>
              <a:spcAft>
                <a:spcPts val="0"/>
              </a:spcAft>
              <a:buClr>
                <a:schemeClr val="dk1"/>
              </a:buClr>
              <a:buSzPts val="1000"/>
              <a:buNone/>
              <a:defRPr sz="750"/>
            </a:lvl4pPr>
            <a:lvl5pPr indent="-228600" lvl="4" marL="2286000" algn="l">
              <a:lnSpc>
                <a:spcPct val="90000"/>
              </a:lnSpc>
              <a:spcBef>
                <a:spcPts val="375"/>
              </a:spcBef>
              <a:spcAft>
                <a:spcPts val="0"/>
              </a:spcAft>
              <a:buClr>
                <a:schemeClr val="dk1"/>
              </a:buClr>
              <a:buSzPts val="1000"/>
              <a:buNone/>
              <a:defRPr sz="750"/>
            </a:lvl5pPr>
            <a:lvl6pPr indent="-228600" lvl="5" marL="2743200" algn="l">
              <a:lnSpc>
                <a:spcPct val="90000"/>
              </a:lnSpc>
              <a:spcBef>
                <a:spcPts val="375"/>
              </a:spcBef>
              <a:spcAft>
                <a:spcPts val="0"/>
              </a:spcAft>
              <a:buClr>
                <a:schemeClr val="dk1"/>
              </a:buClr>
              <a:buSzPts val="1000"/>
              <a:buNone/>
              <a:defRPr sz="750"/>
            </a:lvl6pPr>
            <a:lvl7pPr indent="-228600" lvl="6" marL="3200400" algn="l">
              <a:lnSpc>
                <a:spcPct val="90000"/>
              </a:lnSpc>
              <a:spcBef>
                <a:spcPts val="375"/>
              </a:spcBef>
              <a:spcAft>
                <a:spcPts val="0"/>
              </a:spcAft>
              <a:buClr>
                <a:schemeClr val="dk1"/>
              </a:buClr>
              <a:buSzPts val="1000"/>
              <a:buNone/>
              <a:defRPr sz="750"/>
            </a:lvl7pPr>
            <a:lvl8pPr indent="-228600" lvl="7" marL="3657600" algn="l">
              <a:lnSpc>
                <a:spcPct val="90000"/>
              </a:lnSpc>
              <a:spcBef>
                <a:spcPts val="375"/>
              </a:spcBef>
              <a:spcAft>
                <a:spcPts val="0"/>
              </a:spcAft>
              <a:buClr>
                <a:schemeClr val="dk1"/>
              </a:buClr>
              <a:buSzPts val="1000"/>
              <a:buNone/>
              <a:defRPr sz="750"/>
            </a:lvl8pPr>
            <a:lvl9pPr indent="-228600" lvl="8" marL="4114800" algn="l">
              <a:lnSpc>
                <a:spcPct val="90000"/>
              </a:lnSpc>
              <a:spcBef>
                <a:spcPts val="375"/>
              </a:spcBef>
              <a:spcAft>
                <a:spcPts val="0"/>
              </a:spcAft>
              <a:buClr>
                <a:schemeClr val="dk1"/>
              </a:buClr>
              <a:buSzPts val="1000"/>
              <a:buNone/>
              <a:defRPr sz="750"/>
            </a:lvl9pPr>
          </a:lstStyle>
          <a:p/>
        </p:txBody>
      </p:sp>
      <p:sp>
        <p:nvSpPr>
          <p:cNvPr id="57" name="Google Shape;57;p19"/>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8" name="Google Shape;58;p19"/>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9" name="Google Shape;59;p19"/>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0" name="Shape 60"/>
        <p:cNvGrpSpPr/>
        <p:nvPr/>
      </p:nvGrpSpPr>
      <p:grpSpPr>
        <a:xfrm>
          <a:off x="0" y="0"/>
          <a:ext cx="0" cy="0"/>
          <a:chOff x="0" y="0"/>
          <a:chExt cx="0" cy="0"/>
        </a:xfrm>
      </p:grpSpPr>
      <p:sp>
        <p:nvSpPr>
          <p:cNvPr id="61" name="Google Shape;61;p20"/>
          <p:cNvSpPr txBox="1"/>
          <p:nvPr>
            <p:ph type="title"/>
          </p:nvPr>
        </p:nvSpPr>
        <p:spPr>
          <a:xfrm>
            <a:off x="1056000" y="981000"/>
            <a:ext cx="10080000" cy="1008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0"/>
          <p:cNvSpPr txBox="1"/>
          <p:nvPr>
            <p:ph idx="1" type="body"/>
          </p:nvPr>
        </p:nvSpPr>
        <p:spPr>
          <a:xfrm rot="5400000">
            <a:off x="3841609" y="-1516609"/>
            <a:ext cx="4508782" cy="1152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3" name="Google Shape;63;p20"/>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64" name="Google Shape;64;p20"/>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65" name="Google Shape;65;p20"/>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66" name="Shape 66"/>
        <p:cNvGrpSpPr/>
        <p:nvPr/>
      </p:nvGrpSpPr>
      <p:grpSpPr>
        <a:xfrm>
          <a:off x="0" y="0"/>
          <a:ext cx="0" cy="0"/>
          <a:chOff x="0" y="0"/>
          <a:chExt cx="0" cy="0"/>
        </a:xfrm>
      </p:grpSpPr>
      <p:sp>
        <p:nvSpPr>
          <p:cNvPr id="67" name="Google Shape;67;p21"/>
          <p:cNvSpPr txBox="1"/>
          <p:nvPr>
            <p:ph type="title"/>
          </p:nvPr>
        </p:nvSpPr>
        <p:spPr>
          <a:xfrm rot="5400000">
            <a:off x="7133433" y="1956595"/>
            <a:ext cx="5811838" cy="26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1"/>
          <p:cNvSpPr txBox="1"/>
          <p:nvPr>
            <p:ph idx="1" type="body"/>
          </p:nvPr>
        </p:nvSpPr>
        <p:spPr>
          <a:xfrm rot="5400000">
            <a:off x="1774034" y="-570705"/>
            <a:ext cx="5811838" cy="76835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9" name="Google Shape;69;p21"/>
          <p:cNvSpPr txBox="1"/>
          <p:nvPr>
            <p:ph idx="10" type="dt"/>
          </p:nvPr>
        </p:nvSpPr>
        <p:spPr>
          <a:xfrm>
            <a:off x="838200" y="6356357"/>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70" name="Google Shape;70;p21"/>
          <p:cNvSpPr txBox="1"/>
          <p:nvPr>
            <p:ph idx="11" type="ftr"/>
          </p:nvPr>
        </p:nvSpPr>
        <p:spPr>
          <a:xfrm>
            <a:off x="4038600" y="6356357"/>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71" name="Google Shape;71;p21"/>
          <p:cNvSpPr txBox="1"/>
          <p:nvPr>
            <p:ph idx="12" type="sldNum"/>
          </p:nvPr>
        </p:nvSpPr>
        <p:spPr>
          <a:xfrm>
            <a:off x="8610600" y="6356357"/>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350"/>
              <a:buFont typeface="Arial"/>
              <a:buNone/>
              <a:defRPr b="0" i="0" sz="135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1056000" y="981000"/>
            <a:ext cx="10080000" cy="1008000"/>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3200"/>
              <a:buFont typeface="Calibri"/>
              <a:buNone/>
              <a:defRPr b="1"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0"/>
          <p:cNvSpPr txBox="1"/>
          <p:nvPr>
            <p:ph idx="1" type="body"/>
          </p:nvPr>
        </p:nvSpPr>
        <p:spPr>
          <a:xfrm>
            <a:off x="336000" y="1989000"/>
            <a:ext cx="11520000" cy="450878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0"/>
          <p:cNvSpPr/>
          <p:nvPr/>
        </p:nvSpPr>
        <p:spPr>
          <a:xfrm>
            <a:off x="0" y="0"/>
            <a:ext cx="12192000" cy="891540"/>
          </a:xfrm>
          <a:prstGeom prst="rect">
            <a:avLst/>
          </a:prstGeom>
          <a:gradFill>
            <a:gsLst>
              <a:gs pos="0">
                <a:srgbClr val="FFFFFF"/>
              </a:gs>
              <a:gs pos="50000">
                <a:srgbClr val="D1E8FF"/>
              </a:gs>
              <a:gs pos="100000">
                <a:srgbClr val="0033CC"/>
              </a:gs>
            </a:gsLst>
            <a:path path="circle">
              <a:fillToRect b="50%" l="50%" r="50%" t="50%"/>
            </a:path>
            <a:tileRect/>
          </a:gra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13" name="Google Shape;13;p10"/>
          <p:cNvPicPr preferRelativeResize="0"/>
          <p:nvPr/>
        </p:nvPicPr>
        <p:blipFill rotWithShape="1">
          <a:blip r:embed="rId1">
            <a:alphaModFix/>
          </a:blip>
          <a:srcRect b="0" l="853" r="853" t="0"/>
          <a:stretch/>
        </p:blipFill>
        <p:spPr>
          <a:xfrm>
            <a:off x="5315917" y="116207"/>
            <a:ext cx="1560169" cy="672386"/>
          </a:xfrm>
          <a:prstGeom prst="rect">
            <a:avLst/>
          </a:prstGeom>
          <a:noFill/>
          <a:ln>
            <a:noFill/>
          </a:ln>
          <a:effectLst>
            <a:outerShdw blurRad="254000" sx="101000" rotWithShape="0" algn="tl" dir="1980000" dist="76200" sy="101000">
              <a:srgbClr val="1B4367">
                <a:alpha val="47058"/>
              </a:srgbClr>
            </a:outerShdw>
          </a:effectLst>
        </p:spPr>
      </p:pic>
      <p:sp>
        <p:nvSpPr>
          <p:cNvPr id="14" name="Google Shape;14;p10"/>
          <p:cNvSpPr/>
          <p:nvPr/>
        </p:nvSpPr>
        <p:spPr>
          <a:xfrm>
            <a:off x="6" y="6309000"/>
            <a:ext cx="12191999" cy="549000"/>
          </a:xfrm>
          <a:prstGeom prst="rect">
            <a:avLst/>
          </a:prstGeom>
          <a:gradFill>
            <a:gsLst>
              <a:gs pos="0">
                <a:schemeClr val="lt1"/>
              </a:gs>
              <a:gs pos="100000">
                <a:srgbClr val="2F5496">
                  <a:alpha val="63921"/>
                </a:srgbClr>
              </a:gs>
            </a:gsLst>
            <a:lin ang="5400000" scaled="0"/>
          </a:gra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14:dur="800">
    <p:circl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2000"/>
                                        <p:tgtEl>
                                          <p:spTgt spid="13"/>
                                        </p:tgtEl>
                                        <p:attrNameLst>
                                          <p:attrName>ppt_w</p:attrName>
                                        </p:attrNameLst>
                                      </p:cBhvr>
                                      <p:tavLst>
                                        <p:tav fmla="" tm="0">
                                          <p:val>
                                            <p:strVal val="0"/>
                                          </p:val>
                                        </p:tav>
                                        <p:tav fmla="" tm="100000">
                                          <p:val>
                                            <p:strVal val="#ppt_w"/>
                                          </p:val>
                                        </p:tav>
                                      </p:tavLst>
                                    </p:anim>
                                    <p:anim calcmode="lin" valueType="num">
                                      <p:cBhvr additive="base">
                                        <p:cTn dur="2000"/>
                                        <p:tgtEl>
                                          <p:spTgt spid="1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14.png"/><Relationship Id="rId13" Type="http://schemas.openxmlformats.org/officeDocument/2006/relationships/hyperlink" Target="https://ccp101.com/2019/03/15/MySql%E6%95%B0%E6%8D%AE%E5%BA%93%E5%AE%89%E8%A3%85%E4%B8%8E%E9%85%8D%E7%BD%AE/" TargetMode="External"/><Relationship Id="rId12"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5.png"/><Relationship Id="rId15" Type="http://schemas.openxmlformats.org/officeDocument/2006/relationships/image" Target="../media/image13.png"/><Relationship Id="rId14" Type="http://schemas.openxmlformats.org/officeDocument/2006/relationships/hyperlink" Target="https://creativecommons.org/licenses/by-nc-sa/3.0/" TargetMode="External"/><Relationship Id="rId5" Type="http://schemas.openxmlformats.org/officeDocument/2006/relationships/hyperlink" Target="https://www.pngall.com/windows-logo-png" TargetMode="External"/><Relationship Id="rId6" Type="http://schemas.openxmlformats.org/officeDocument/2006/relationships/hyperlink" Target="https://creativecommons.org/licenses/by-nc/3.0/" TargetMode="External"/><Relationship Id="rId7" Type="http://schemas.openxmlformats.org/officeDocument/2006/relationships/image" Target="../media/image3.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20" Type="http://schemas.openxmlformats.org/officeDocument/2006/relationships/image" Target="../media/image23.jpg"/><Relationship Id="rId22" Type="http://schemas.openxmlformats.org/officeDocument/2006/relationships/image" Target="../media/image25.png"/><Relationship Id="rId21" Type="http://schemas.openxmlformats.org/officeDocument/2006/relationships/image" Target="../media/image32.png"/><Relationship Id="rId24" Type="http://schemas.openxmlformats.org/officeDocument/2006/relationships/hyperlink" Target="https://creativecommons.org/licenses/by-sa/3.0/" TargetMode="External"/><Relationship Id="rId23" Type="http://schemas.openxmlformats.org/officeDocument/2006/relationships/hyperlink" Target="https://commons.wikimedia.org/wiki/File:Server-multiple.svg" TargetMode="External"/><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5.png"/><Relationship Id="rId26" Type="http://schemas.openxmlformats.org/officeDocument/2006/relationships/image" Target="../media/image28.png"/><Relationship Id="rId25" Type="http://schemas.openxmlformats.org/officeDocument/2006/relationships/image" Target="../media/image36.gif"/><Relationship Id="rId5" Type="http://schemas.openxmlformats.org/officeDocument/2006/relationships/image" Target="../media/image9.jpg"/><Relationship Id="rId6" Type="http://schemas.openxmlformats.org/officeDocument/2006/relationships/image" Target="../media/image38.jpg"/><Relationship Id="rId7" Type="http://schemas.openxmlformats.org/officeDocument/2006/relationships/image" Target="../media/image17.png"/><Relationship Id="rId8" Type="http://schemas.openxmlformats.org/officeDocument/2006/relationships/image" Target="../media/image12.png"/><Relationship Id="rId11" Type="http://schemas.openxmlformats.org/officeDocument/2006/relationships/image" Target="../media/image19.png"/><Relationship Id="rId10" Type="http://schemas.openxmlformats.org/officeDocument/2006/relationships/image" Target="../media/image31.png"/><Relationship Id="rId13" Type="http://schemas.openxmlformats.org/officeDocument/2006/relationships/image" Target="../media/image20.png"/><Relationship Id="rId12" Type="http://schemas.openxmlformats.org/officeDocument/2006/relationships/image" Target="../media/image22.jpg"/><Relationship Id="rId15" Type="http://schemas.openxmlformats.org/officeDocument/2006/relationships/image" Target="../media/image42.png"/><Relationship Id="rId14" Type="http://schemas.openxmlformats.org/officeDocument/2006/relationships/image" Target="../media/image24.jpg"/><Relationship Id="rId17" Type="http://schemas.openxmlformats.org/officeDocument/2006/relationships/image" Target="../media/image46.png"/><Relationship Id="rId16" Type="http://schemas.openxmlformats.org/officeDocument/2006/relationships/image" Target="../media/image21.png"/><Relationship Id="rId19" Type="http://schemas.openxmlformats.org/officeDocument/2006/relationships/image" Target="../media/image44.jpg"/><Relationship Id="rId18"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image" Target="../media/image48.png"/><Relationship Id="rId6"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47.png"/><Relationship Id="rId5" Type="http://schemas.openxmlformats.org/officeDocument/2006/relationships/image" Target="../media/image49.png"/><Relationship Id="rId6"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0.png"/><Relationship Id="rId4" Type="http://schemas.openxmlformats.org/officeDocument/2006/relationships/image" Target="../media/image39.png"/><Relationship Id="rId5" Type="http://schemas.openxmlformats.org/officeDocument/2006/relationships/image" Target="../media/image35.png"/><Relationship Id="rId6"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3.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
          <p:cNvSpPr/>
          <p:nvPr/>
        </p:nvSpPr>
        <p:spPr>
          <a:xfrm>
            <a:off x="0" y="-875"/>
            <a:ext cx="12179700" cy="685080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77" name="Google Shape;77;p1"/>
          <p:cNvPicPr preferRelativeResize="0"/>
          <p:nvPr/>
        </p:nvPicPr>
        <p:blipFill rotWithShape="1">
          <a:blip r:embed="rId3">
            <a:alphaModFix/>
          </a:blip>
          <a:srcRect b="37730" l="2549" r="75983" t="19990"/>
          <a:stretch/>
        </p:blipFill>
        <p:spPr>
          <a:xfrm>
            <a:off x="2361707" y="36725"/>
            <a:ext cx="3289644" cy="2507569"/>
          </a:xfrm>
          <a:prstGeom prst="rect">
            <a:avLst/>
          </a:prstGeom>
          <a:noFill/>
          <a:ln>
            <a:noFill/>
          </a:ln>
        </p:spPr>
      </p:pic>
      <p:sp>
        <p:nvSpPr>
          <p:cNvPr id="78" name="Google Shape;78;p1"/>
          <p:cNvSpPr/>
          <p:nvPr/>
        </p:nvSpPr>
        <p:spPr>
          <a:xfrm>
            <a:off x="6197507" y="-875"/>
            <a:ext cx="3416100" cy="5809500"/>
          </a:xfrm>
          <a:prstGeom prst="rect">
            <a:avLst/>
          </a:prstGeom>
          <a:gradFill>
            <a:gsLst>
              <a:gs pos="0">
                <a:srgbClr val="5F82CA">
                  <a:alpha val="18039"/>
                </a:srgbClr>
              </a:gs>
              <a:gs pos="50000">
                <a:srgbClr val="3C70CA"/>
              </a:gs>
              <a:gs pos="100000">
                <a:srgbClr val="2E60B9"/>
              </a:gs>
            </a:gsLst>
            <a:lin ang="5400000" scaled="0"/>
          </a:gradFill>
          <a:ln>
            <a:noFill/>
          </a:ln>
          <a:effectLst>
            <a:outerShdw blurRad="57150" rotWithShape="0" algn="ctr" dir="5400000" dist="19050">
              <a:srgbClr val="000000">
                <a:alpha val="61960"/>
              </a:srgbClr>
            </a:outerShdw>
          </a:effectLst>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pic>
        <p:nvPicPr>
          <p:cNvPr id="79" name="Google Shape;79;p1"/>
          <p:cNvPicPr preferRelativeResize="0"/>
          <p:nvPr/>
        </p:nvPicPr>
        <p:blipFill rotWithShape="1">
          <a:blip r:embed="rId4">
            <a:alphaModFix/>
          </a:blip>
          <a:srcRect b="0" l="-885" r="-464" t="0"/>
          <a:stretch/>
        </p:blipFill>
        <p:spPr>
          <a:xfrm>
            <a:off x="6197507" y="452674"/>
            <a:ext cx="3416101" cy="1477606"/>
          </a:xfrm>
          <a:prstGeom prst="rect">
            <a:avLst/>
          </a:prstGeom>
          <a:noFill/>
          <a:ln>
            <a:noFill/>
          </a:ln>
          <a:effectLst>
            <a:outerShdw blurRad="508000" sx="93000" rotWithShape="0" algn="tl" dir="5940000" dist="215900" sy="93000">
              <a:srgbClr val="BBD6EE">
                <a:alpha val="53725"/>
              </a:srgbClr>
            </a:outerShdw>
          </a:effectLst>
        </p:spPr>
      </p:pic>
      <p:sp>
        <p:nvSpPr>
          <p:cNvPr id="80" name="Google Shape;80;p1"/>
          <p:cNvSpPr/>
          <p:nvPr/>
        </p:nvSpPr>
        <p:spPr>
          <a:xfrm>
            <a:off x="0" y="2558218"/>
            <a:ext cx="12179700" cy="1790400"/>
          </a:xfrm>
          <a:prstGeom prst="rect">
            <a:avLst/>
          </a:prstGeom>
          <a:solidFill>
            <a:srgbClr val="0070C0">
              <a:alpha val="65098"/>
            </a:srgbClr>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81" name="Google Shape;81;p1"/>
          <p:cNvSpPr txBox="1"/>
          <p:nvPr>
            <p:ph idx="4294967295" type="subTitle"/>
          </p:nvPr>
        </p:nvSpPr>
        <p:spPr>
          <a:xfrm>
            <a:off x="1332538" y="3131837"/>
            <a:ext cx="10840574" cy="1095600"/>
          </a:xfrm>
          <a:prstGeom prst="rect">
            <a:avLst/>
          </a:prstGeom>
          <a:noFill/>
          <a:ln>
            <a:noFill/>
          </a:ln>
        </p:spPr>
        <p:txBody>
          <a:bodyPr anchorCtr="0" anchor="t" bIns="34275" lIns="68550" spcFirstLastPara="1" rIns="68550" wrap="square" tIns="34275">
            <a:noAutofit/>
          </a:bodyPr>
          <a:lstStyle/>
          <a:p>
            <a:pPr indent="0" lvl="0" marL="0" marR="0" rtl="0" algn="ctr">
              <a:lnSpc>
                <a:spcPct val="90000"/>
              </a:lnSpc>
              <a:spcBef>
                <a:spcPts val="0"/>
              </a:spcBef>
              <a:spcAft>
                <a:spcPts val="0"/>
              </a:spcAft>
              <a:buClr>
                <a:schemeClr val="lt1"/>
              </a:buClr>
              <a:buSzPts val="3600"/>
              <a:buFont typeface="Arial"/>
              <a:buNone/>
            </a:pPr>
            <a:r>
              <a:rPr b="1" i="0" lang="en-US" sz="4000" u="none" cap="none" strike="noStrike">
                <a:solidFill>
                  <a:schemeClr val="lt1"/>
                </a:solidFill>
                <a:latin typeface="Calibri"/>
                <a:ea typeface="Calibri"/>
                <a:cs typeface="Calibri"/>
                <a:sym typeface="Calibri"/>
              </a:rPr>
              <a:t>Integraciones y Automatización HOH S.A. de C.V.</a:t>
            </a:r>
            <a:endParaRPr b="0" i="0" sz="4100" u="none" cap="none" strike="noStrike">
              <a:solidFill>
                <a:schemeClr val="dk1"/>
              </a:solidFill>
              <a:latin typeface="Calibri"/>
              <a:ea typeface="Calibri"/>
              <a:cs typeface="Calibri"/>
              <a:sym typeface="Calibri"/>
            </a:endParaRPr>
          </a:p>
        </p:txBody>
      </p:sp>
      <p:pic>
        <p:nvPicPr>
          <p:cNvPr id="82" name="Google Shape;82;p1"/>
          <p:cNvPicPr preferRelativeResize="0"/>
          <p:nvPr/>
        </p:nvPicPr>
        <p:blipFill rotWithShape="1">
          <a:blip r:embed="rId5">
            <a:alphaModFix/>
          </a:blip>
          <a:srcRect b="37935" l="26869" r="51665" t="19786"/>
          <a:stretch/>
        </p:blipFill>
        <p:spPr>
          <a:xfrm>
            <a:off x="2361707" y="4349555"/>
            <a:ext cx="3289644" cy="2507569"/>
          </a:xfrm>
          <a:prstGeom prst="rect">
            <a:avLst/>
          </a:prstGeom>
          <a:noFill/>
          <a:ln>
            <a:noFill/>
          </a:ln>
        </p:spPr>
      </p:pic>
    </p:spTree>
  </p:cSld>
  <p:clrMapOvr>
    <a:masterClrMapping/>
  </p:clrMapOvr>
  <p:transition spd="slow" p14:dur="800">
    <p:circl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1000"/>
                                        <p:tgtEl>
                                          <p:spTgt spid="79"/>
                                        </p:tgtEl>
                                        <p:attrNameLst>
                                          <p:attrName>ppt_w</p:attrName>
                                        </p:attrNameLst>
                                      </p:cBhvr>
                                      <p:tavLst>
                                        <p:tav fmla="" tm="0">
                                          <p:val>
                                            <p:strVal val="0"/>
                                          </p:val>
                                        </p:tav>
                                        <p:tav fmla="" tm="100000">
                                          <p:val>
                                            <p:strVal val="#ppt_w"/>
                                          </p:val>
                                        </p:tav>
                                      </p:tavLst>
                                    </p:anim>
                                    <p:anim calcmode="lin" valueType="num">
                                      <p:cBhvr additive="base">
                                        <p:cTn dur="1000"/>
                                        <p:tgtEl>
                                          <p:spTgt spid="79"/>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81">
                                            <p:txEl>
                                              <p:pRg end="0" st="0"/>
                                            </p:txEl>
                                          </p:spTgt>
                                        </p:tgtEl>
                                        <p:attrNameLst>
                                          <p:attrName>style.visibility</p:attrName>
                                        </p:attrNameLst>
                                      </p:cBhvr>
                                      <p:to>
                                        <p:strVal val="visible"/>
                                      </p:to>
                                    </p:set>
                                    <p:anim calcmode="lin" valueType="num">
                                      <p:cBhvr additive="base">
                                        <p:cTn dur="750"/>
                                        <p:tgtEl>
                                          <p:spTgt spid="81">
                                            <p:txEl>
                                              <p:pRg end="0" st="0"/>
                                            </p:txEl>
                                          </p:spTgt>
                                        </p:tgtEl>
                                        <p:attrNameLst>
                                          <p:attrName>ppt_w</p:attrName>
                                        </p:attrNameLst>
                                      </p:cBhvr>
                                      <p:tavLst>
                                        <p:tav fmla="" tm="0">
                                          <p:val>
                                            <p:strVal val="0"/>
                                          </p:val>
                                        </p:tav>
                                        <p:tav fmla="" tm="100000">
                                          <p:val>
                                            <p:strVal val="#ppt_w"/>
                                          </p:val>
                                        </p:tav>
                                      </p:tavLst>
                                    </p:anim>
                                    <p:anim calcmode="lin" valueType="num">
                                      <p:cBhvr additive="base">
                                        <p:cTn dur="750"/>
                                        <p:tgtEl>
                                          <p:spTgt spid="81">
                                            <p:txEl>
                                              <p:pRg end="0" st="0"/>
                                            </p:txEl>
                                          </p:spTgt>
                                        </p:tgtEl>
                                        <p:attrNameLst>
                                          <p:attrName>ppt_h</p:attrName>
                                        </p:attrNameLst>
                                      </p:cBhvr>
                                      <p:tavLst>
                                        <p:tav fmla="" tm="0">
                                          <p:val>
                                            <p:strVal val="0"/>
                                          </p:val>
                                        </p:tav>
                                        <p:tav fmla="" tm="100000">
                                          <p:val>
                                            <p:strVal val="#ppt_h"/>
                                          </p:val>
                                        </p:tav>
                                      </p:tavLst>
                                    </p:anim>
                                  </p:childTnLst>
                                </p:cTn>
                              </p:par>
                            </p:childTnLst>
                          </p:cTn>
                        </p:par>
                        <p:par>
                          <p:cTn fill="hold">
                            <p:stCondLst>
                              <p:cond delay="1750"/>
                            </p:stCondLst>
                            <p:childTnLst>
                              <p:par>
                                <p:cTn fill="hold" nodeType="afterEffect" presetClass="entr" presetID="23" presetSubtype="16">
                                  <p:stCondLst>
                                    <p:cond delay="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500"/>
                                        <p:tgtEl>
                                          <p:spTgt spid="77"/>
                                        </p:tgtEl>
                                        <p:attrNameLst>
                                          <p:attrName>ppt_w</p:attrName>
                                        </p:attrNameLst>
                                      </p:cBhvr>
                                      <p:tavLst>
                                        <p:tav fmla="" tm="0">
                                          <p:val>
                                            <p:strVal val="0"/>
                                          </p:val>
                                        </p:tav>
                                        <p:tav fmla="" tm="100000">
                                          <p:val>
                                            <p:strVal val="#ppt_w"/>
                                          </p:val>
                                        </p:tav>
                                      </p:tavLst>
                                    </p:anim>
                                    <p:anim calcmode="lin" valueType="num">
                                      <p:cBhvr additive="base">
                                        <p:cTn dur="500"/>
                                        <p:tgtEl>
                                          <p:spTgt spid="77"/>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23" presetSubtype="16">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500"/>
                                        <p:tgtEl>
                                          <p:spTgt spid="82"/>
                                        </p:tgtEl>
                                        <p:attrNameLst>
                                          <p:attrName>ppt_w</p:attrName>
                                        </p:attrNameLst>
                                      </p:cBhvr>
                                      <p:tavLst>
                                        <p:tav fmla="" tm="0">
                                          <p:val>
                                            <p:strVal val="0"/>
                                          </p:val>
                                        </p:tav>
                                        <p:tav fmla="" tm="100000">
                                          <p:val>
                                            <p:strVal val="#ppt_w"/>
                                          </p:val>
                                        </p:tav>
                                      </p:tavLst>
                                    </p:anim>
                                    <p:anim calcmode="lin" valueType="num">
                                      <p:cBhvr additive="base">
                                        <p:cTn dur="500"/>
                                        <p:tgtEl>
                                          <p:spTgt spid="8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2"/>
          <p:cNvSpPr txBox="1"/>
          <p:nvPr/>
        </p:nvSpPr>
        <p:spPr>
          <a:xfrm>
            <a:off x="1897261" y="1410355"/>
            <a:ext cx="8397600" cy="741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32323"/>
                </a:solidFill>
                <a:latin typeface="Calibri"/>
                <a:ea typeface="Calibri"/>
                <a:cs typeface="Calibri"/>
                <a:sym typeface="Calibri"/>
              </a:rPr>
              <a:t>Es una solución integrada por Software y Hardware, conectados permanentemente en tiempo real al equipo de monitoreo. Su finalidad es obtener un registro automático de Entregas, Recepciones y Existencias, además de un catálogo muy detallado de los equipos dentro de la infraestructura. Toda esta información es almacenada en una base de datos, que puede ser utilizada como el origen del contenido para generación de análisis e impresión de reportes.</a:t>
            </a:r>
            <a:br>
              <a:rPr b="0" i="0" lang="en-US" sz="1400" u="none" cap="none" strike="noStrike">
                <a:solidFill>
                  <a:srgbClr val="000000"/>
                </a:solidFill>
                <a:latin typeface="Calibri"/>
                <a:ea typeface="Calibri"/>
                <a:cs typeface="Calibri"/>
                <a:sym typeface="Calibri"/>
              </a:rPr>
            </a:br>
            <a:br>
              <a:rPr b="0" i="0" lang="en-US" sz="1400" u="none" cap="none" strike="noStrike">
                <a:solidFill>
                  <a:srgbClr val="000000"/>
                </a:solidFill>
                <a:latin typeface="Calibri"/>
                <a:ea typeface="Calibri"/>
                <a:cs typeface="Calibri"/>
                <a:sym typeface="Calibri"/>
              </a:rPr>
            </a:br>
            <a:r>
              <a:rPr b="0" i="0" lang="en-US" sz="1400" u="none" cap="none" strike="noStrike">
                <a:solidFill>
                  <a:srgbClr val="232323"/>
                </a:solidFill>
                <a:latin typeface="Calibri"/>
                <a:ea typeface="Calibri"/>
                <a:cs typeface="Calibri"/>
                <a:sym typeface="Calibri"/>
              </a:rPr>
              <a:t>Nos ayuda a mantener organizado el balance y gestión de cualquier tipo de estación. Así como la detección de fallas y anomalías en todos los niveles del sistema, permitiendo la correcta operación y funcionamiento de los equipos, como también un rastreo detallado del combustible o material tratado, desde su adquisición hasta su enajenación. </a:t>
            </a:r>
            <a:br>
              <a:rPr b="0" i="0" lang="en-US" sz="1400" u="none" cap="none" strike="noStrike">
                <a:solidFill>
                  <a:srgbClr val="000000"/>
                </a:solidFill>
                <a:latin typeface="Calibri"/>
                <a:ea typeface="Calibri"/>
                <a:cs typeface="Calibri"/>
                <a:sym typeface="Calibri"/>
              </a:rPr>
            </a:br>
            <a:br>
              <a:rPr b="0" i="0" lang="en-US" sz="1400" u="none" cap="none" strike="noStrike">
                <a:solidFill>
                  <a:srgbClr val="000000"/>
                </a:solidFill>
                <a:latin typeface="Calibri"/>
                <a:ea typeface="Calibri"/>
                <a:cs typeface="Calibri"/>
                <a:sym typeface="Calibri"/>
              </a:rPr>
            </a:br>
            <a:r>
              <a:rPr b="0" i="0" lang="en-US" sz="1400" u="none" cap="none" strike="noStrike">
                <a:solidFill>
                  <a:srgbClr val="232323"/>
                </a:solidFill>
                <a:latin typeface="Calibri"/>
                <a:ea typeface="Calibri"/>
                <a:cs typeface="Calibri"/>
                <a:sym typeface="Calibri"/>
              </a:rPr>
              <a:t>Nuestras soluciones son completamente modulares y personalizables, además de que cumplen los requisitos de la obligación fiscal vigente publicada por el SAT en el Diario Oficial de la Federación.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3232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32323"/>
                </a:solidFill>
                <a:latin typeface="Calibri"/>
                <a:ea typeface="Calibri"/>
                <a:cs typeface="Calibri"/>
                <a:sym typeface="Calibri"/>
              </a:rPr>
              <a:t>INSTALACIÓN</a:t>
            </a:r>
            <a:endParaRPr b="0" i="0" sz="1400" u="none" cap="none" strike="noStrike">
              <a:solidFill>
                <a:srgbClr val="23232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32323"/>
                </a:solidFill>
                <a:latin typeface="Calibri"/>
                <a:ea typeface="Calibri"/>
                <a:cs typeface="Calibri"/>
                <a:sym typeface="Calibri"/>
              </a:rPr>
              <a:t>Somos proveedores del equipo y los programas informáticos necesarios para llevar Controles Volumétricos en pequeña y gran escala. Garantizamos una completa compatibilidad con todo tipo de marcas para los Dispensarios, Equipos de Tele-Medición e Interfaces de comunicación.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3232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32323"/>
                </a:solidFill>
                <a:latin typeface="Calibri"/>
                <a:ea typeface="Calibri"/>
                <a:cs typeface="Calibri"/>
                <a:sym typeface="Calibri"/>
              </a:rPr>
              <a:t>VERIFICACIÓN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32323"/>
                </a:solidFill>
                <a:latin typeface="Calibri"/>
                <a:ea typeface="Calibri"/>
                <a:cs typeface="Calibri"/>
                <a:sym typeface="Calibri"/>
              </a:rPr>
              <a:t>Con la Data obtenida y concentrada en la Base de Datos, nos es posible detectar y solucionar errores en el sistema, estamos comprometidos a brindar nuestro soporte técnico hasta su correcta operación y funcionamiento.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3232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32323"/>
                </a:solidFill>
                <a:latin typeface="Calibri"/>
                <a:ea typeface="Calibri"/>
                <a:cs typeface="Calibri"/>
                <a:sym typeface="Calibri"/>
              </a:rPr>
              <a:t>GESTIÓN ADMINISTRATIVA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32323"/>
                </a:solidFill>
                <a:latin typeface="Calibri"/>
                <a:ea typeface="Calibri"/>
                <a:cs typeface="Calibri"/>
                <a:sym typeface="Calibri"/>
              </a:rPr>
              <a:t>Es posible estructurar la información para la presentación de reportes sensibles, gracias al sistema de acceso con privilegios asignados a un Rol por Usuario.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3232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32323"/>
                </a:solidFill>
                <a:latin typeface="Calibri"/>
                <a:ea typeface="Calibri"/>
                <a:cs typeface="Calibri"/>
                <a:sym typeface="Calibri"/>
              </a:rPr>
              <a:t>EMISIÓN DE REPORTES PARA EL SAT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32323"/>
                </a:solidFill>
                <a:latin typeface="Calibri"/>
                <a:ea typeface="Calibri"/>
                <a:cs typeface="Calibri"/>
                <a:sym typeface="Calibri"/>
              </a:rPr>
              <a:t>El software concentra y organiza únicamente la información especifica requerida de (Entregas, Recepciones y Existencias) para el llenado y generación del archivo de reporte Diario y/o Mensual con sus respectivos complementos. Asegurando el correcto formato de la información, ahorrando tiempo en el manejo de su contabilidad.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32323"/>
              </a:solidFill>
              <a:latin typeface="Calibri"/>
              <a:ea typeface="Calibri"/>
              <a:cs typeface="Calibri"/>
              <a:sym typeface="Calibri"/>
            </a:endParaRPr>
          </a:p>
        </p:txBody>
      </p:sp>
      <p:sp>
        <p:nvSpPr>
          <p:cNvPr id="89" name="Google Shape;89;p22"/>
          <p:cNvSpPr txBox="1"/>
          <p:nvPr/>
        </p:nvSpPr>
        <p:spPr>
          <a:xfrm>
            <a:off x="1897261" y="998052"/>
            <a:ext cx="83974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32323"/>
                </a:solidFill>
                <a:latin typeface="Calibri"/>
                <a:ea typeface="Calibri"/>
                <a:cs typeface="Calibri"/>
                <a:sym typeface="Calibri"/>
              </a:rPr>
              <a:t>CONTROL VOLUMÉTRICO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14:dur="800">
    <p:circl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3"/>
          <p:cNvSpPr txBox="1"/>
          <p:nvPr/>
        </p:nvSpPr>
        <p:spPr>
          <a:xfrm>
            <a:off x="527932" y="1263710"/>
            <a:ext cx="2400600" cy="1200600"/>
          </a:xfrm>
          <a:prstGeom prst="rect">
            <a:avLst/>
          </a:prstGeom>
          <a:noFill/>
          <a:ln>
            <a:noFill/>
          </a:ln>
        </p:spPr>
        <p:txBody>
          <a:bodyPr anchorCtr="0" anchor="t" bIns="45700" lIns="91425" spcFirstLastPara="1" rIns="91425" wrap="square" tIns="45700">
            <a:spAutoFit/>
          </a:bodyPr>
          <a:lstStyle/>
          <a:p>
            <a:pPr indent="-214313" lvl="0" marL="214313"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Fabricación </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Producción </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Proceso</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Almacenaje</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Distribución </a:t>
            </a:r>
            <a:endParaRPr b="0" i="0" sz="1400" u="none" cap="none" strike="noStrike">
              <a:solidFill>
                <a:srgbClr val="000000"/>
              </a:solidFill>
              <a:latin typeface="Arial"/>
              <a:ea typeface="Arial"/>
              <a:cs typeface="Arial"/>
              <a:sym typeface="Arial"/>
            </a:endParaRPr>
          </a:p>
          <a:p>
            <a:pPr indent="-214313" lvl="0" marL="214313"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Enajenación</a:t>
            </a:r>
            <a:endParaRPr b="0" i="0" sz="1400" u="none" cap="none" strike="noStrike">
              <a:solidFill>
                <a:srgbClr val="000000"/>
              </a:solidFill>
              <a:latin typeface="Arial"/>
              <a:ea typeface="Arial"/>
              <a:cs typeface="Arial"/>
              <a:sym typeface="Arial"/>
            </a:endParaRPr>
          </a:p>
        </p:txBody>
      </p:sp>
      <p:sp>
        <p:nvSpPr>
          <p:cNvPr id="96" name="Google Shape;96;p23"/>
          <p:cNvSpPr txBox="1"/>
          <p:nvPr/>
        </p:nvSpPr>
        <p:spPr>
          <a:xfrm>
            <a:off x="207656" y="963628"/>
            <a:ext cx="2720700" cy="323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CONTRIBUYENTE</a:t>
            </a:r>
            <a:endParaRPr b="0" i="0" sz="1500" u="none" cap="none" strike="noStrike">
              <a:solidFill>
                <a:srgbClr val="000000"/>
              </a:solidFill>
              <a:latin typeface="Arial"/>
              <a:ea typeface="Arial"/>
              <a:cs typeface="Arial"/>
              <a:sym typeface="Arial"/>
            </a:endParaRPr>
          </a:p>
        </p:txBody>
      </p:sp>
      <p:sp>
        <p:nvSpPr>
          <p:cNvPr id="97" name="Google Shape;97;p23"/>
          <p:cNvSpPr/>
          <p:nvPr/>
        </p:nvSpPr>
        <p:spPr>
          <a:xfrm>
            <a:off x="9120530" y="1592563"/>
            <a:ext cx="915900" cy="388800"/>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98" name="Google Shape;98;p23"/>
          <p:cNvSpPr/>
          <p:nvPr/>
        </p:nvSpPr>
        <p:spPr>
          <a:xfrm>
            <a:off x="6847770" y="2857598"/>
            <a:ext cx="1845300" cy="511500"/>
          </a:xfrm>
          <a:prstGeom prst="roundRect">
            <a:avLst>
              <a:gd fmla="val 16667" name="adj"/>
            </a:avLst>
          </a:prstGeom>
          <a:solidFill>
            <a:schemeClr val="accent2"/>
          </a:solidFill>
          <a:ln cap="flat" cmpd="sng" w="25400">
            <a:solidFill>
              <a:srgbClr val="AC5B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Fabricante | Desarrollador y/o Distribuidor de Software</a:t>
            </a:r>
            <a:endParaRPr b="0" i="0" sz="1400" u="none" cap="none" strike="noStrike">
              <a:solidFill>
                <a:srgbClr val="000000"/>
              </a:solidFill>
              <a:latin typeface="Arial"/>
              <a:ea typeface="Arial"/>
              <a:cs typeface="Arial"/>
              <a:sym typeface="Arial"/>
            </a:endParaRPr>
          </a:p>
        </p:txBody>
      </p:sp>
      <p:sp>
        <p:nvSpPr>
          <p:cNvPr id="99" name="Google Shape;99;p23"/>
          <p:cNvSpPr/>
          <p:nvPr/>
        </p:nvSpPr>
        <p:spPr>
          <a:xfrm>
            <a:off x="8915043" y="2855780"/>
            <a:ext cx="1324200" cy="517800"/>
          </a:xfrm>
          <a:prstGeom prst="roundRect">
            <a:avLst>
              <a:gd fmla="val 16667" name="adj"/>
            </a:avLst>
          </a:prstGeom>
          <a:solidFill>
            <a:schemeClr val="accent5"/>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Verificador del Sistema Covol</a:t>
            </a:r>
            <a:endParaRPr b="0" i="0" sz="1000" u="none" cap="none" strike="noStrike">
              <a:solidFill>
                <a:schemeClr val="lt1"/>
              </a:solidFill>
              <a:latin typeface="Arial"/>
              <a:ea typeface="Arial"/>
              <a:cs typeface="Arial"/>
              <a:sym typeface="Arial"/>
            </a:endParaRPr>
          </a:p>
        </p:txBody>
      </p:sp>
      <p:sp>
        <p:nvSpPr>
          <p:cNvPr id="100" name="Google Shape;100;p23"/>
          <p:cNvSpPr/>
          <p:nvPr/>
        </p:nvSpPr>
        <p:spPr>
          <a:xfrm>
            <a:off x="10501051" y="2846737"/>
            <a:ext cx="1324200" cy="533100"/>
          </a:xfrm>
          <a:prstGeom prst="roundRect">
            <a:avLst>
              <a:gd fmla="val 16667" name="adj"/>
            </a:avLst>
          </a:prstGeom>
          <a:solidFill>
            <a:schemeClr val="accent4"/>
          </a:solidFill>
          <a:ln cap="flat" cmpd="sng" w="25400">
            <a:solidFill>
              <a:srgbClr val="BA8C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C55A11"/>
                </a:solidFill>
                <a:latin typeface="Arial"/>
                <a:ea typeface="Arial"/>
                <a:cs typeface="Arial"/>
                <a:sym typeface="Arial"/>
              </a:rPr>
              <a:t>Laboratorio de Pruebas</a:t>
            </a:r>
            <a:endParaRPr b="0" i="0" sz="1400" u="none" cap="none" strike="noStrike">
              <a:solidFill>
                <a:srgbClr val="000000"/>
              </a:solidFill>
              <a:latin typeface="Arial"/>
              <a:ea typeface="Arial"/>
              <a:cs typeface="Arial"/>
              <a:sym typeface="Arial"/>
            </a:endParaRPr>
          </a:p>
        </p:txBody>
      </p:sp>
      <p:cxnSp>
        <p:nvCxnSpPr>
          <p:cNvPr id="101" name="Google Shape;101;p23"/>
          <p:cNvCxnSpPr>
            <a:stCxn id="97" idx="2"/>
            <a:endCxn id="98" idx="0"/>
          </p:cNvCxnSpPr>
          <p:nvPr/>
        </p:nvCxnSpPr>
        <p:spPr>
          <a:xfrm rot="5400000">
            <a:off x="8236280" y="1515463"/>
            <a:ext cx="876300" cy="1808100"/>
          </a:xfrm>
          <a:prstGeom prst="bentConnector3">
            <a:avLst>
              <a:gd fmla="val 17456" name="adj1"/>
            </a:avLst>
          </a:prstGeom>
          <a:noFill/>
          <a:ln cap="flat" cmpd="sng" w="25400">
            <a:solidFill>
              <a:schemeClr val="accent1"/>
            </a:solidFill>
            <a:prstDash val="solid"/>
            <a:round/>
            <a:headEnd len="sm" w="sm" type="none"/>
            <a:tailEnd len="med" w="med" type="triangle"/>
          </a:ln>
        </p:spPr>
      </p:cxnSp>
      <p:cxnSp>
        <p:nvCxnSpPr>
          <p:cNvPr id="102" name="Google Shape;102;p23"/>
          <p:cNvCxnSpPr>
            <a:stCxn id="97" idx="2"/>
            <a:endCxn id="99" idx="0"/>
          </p:cNvCxnSpPr>
          <p:nvPr/>
        </p:nvCxnSpPr>
        <p:spPr>
          <a:xfrm rot="5400000">
            <a:off x="9140630" y="2418013"/>
            <a:ext cx="874500" cy="1200"/>
          </a:xfrm>
          <a:prstGeom prst="bentConnector3">
            <a:avLst>
              <a:gd fmla="val 50000" name="adj1"/>
            </a:avLst>
          </a:prstGeom>
          <a:noFill/>
          <a:ln cap="flat" cmpd="sng" w="25400">
            <a:solidFill>
              <a:schemeClr val="accent1"/>
            </a:solidFill>
            <a:prstDash val="solid"/>
            <a:round/>
            <a:headEnd len="sm" w="sm" type="none"/>
            <a:tailEnd len="med" w="med" type="triangle"/>
          </a:ln>
        </p:spPr>
      </p:cxnSp>
      <p:cxnSp>
        <p:nvCxnSpPr>
          <p:cNvPr id="103" name="Google Shape;103;p23"/>
          <p:cNvCxnSpPr>
            <a:stCxn id="97" idx="2"/>
            <a:endCxn id="100" idx="0"/>
          </p:cNvCxnSpPr>
          <p:nvPr/>
        </p:nvCxnSpPr>
        <p:spPr>
          <a:xfrm flipH="1" rot="-5400000">
            <a:off x="9938030" y="1621813"/>
            <a:ext cx="865500" cy="1584600"/>
          </a:xfrm>
          <a:prstGeom prst="bentConnector3">
            <a:avLst>
              <a:gd fmla="val 35964" name="adj1"/>
            </a:avLst>
          </a:prstGeom>
          <a:noFill/>
          <a:ln cap="flat" cmpd="sng" w="25400">
            <a:solidFill>
              <a:schemeClr val="accent1"/>
            </a:solidFill>
            <a:prstDash val="solid"/>
            <a:round/>
            <a:headEnd len="sm" w="sm" type="none"/>
            <a:tailEnd len="med" w="med" type="triangle"/>
          </a:ln>
        </p:spPr>
      </p:cxnSp>
      <p:sp>
        <p:nvSpPr>
          <p:cNvPr id="104" name="Google Shape;104;p23"/>
          <p:cNvSpPr/>
          <p:nvPr/>
        </p:nvSpPr>
        <p:spPr>
          <a:xfrm>
            <a:off x="8834747" y="3915588"/>
            <a:ext cx="1475400" cy="517800"/>
          </a:xfrm>
          <a:prstGeom prst="roundRect">
            <a:avLst>
              <a:gd fmla="val 16667" name="adj"/>
            </a:avLst>
          </a:prstGeom>
          <a:solidFill>
            <a:schemeClr val="accent6"/>
          </a:solidFill>
          <a:ln cap="flat" cmpd="sng" w="25400">
            <a:solidFill>
              <a:srgbClr val="517E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Sistema De Control Volumétrico</a:t>
            </a:r>
            <a:endParaRPr b="0" i="0" sz="1400" u="none" cap="none" strike="noStrike">
              <a:solidFill>
                <a:srgbClr val="000000"/>
              </a:solidFill>
              <a:latin typeface="Arial"/>
              <a:ea typeface="Arial"/>
              <a:cs typeface="Arial"/>
              <a:sym typeface="Arial"/>
            </a:endParaRPr>
          </a:p>
        </p:txBody>
      </p:sp>
      <p:sp>
        <p:nvSpPr>
          <p:cNvPr id="105" name="Google Shape;105;p23"/>
          <p:cNvSpPr/>
          <p:nvPr/>
        </p:nvSpPr>
        <p:spPr>
          <a:xfrm>
            <a:off x="8750017" y="4880933"/>
            <a:ext cx="1649400" cy="607500"/>
          </a:xfrm>
          <a:prstGeom prst="roundRect">
            <a:avLst>
              <a:gd fmla="val 16667" name="adj"/>
            </a:avLst>
          </a:prstGeom>
          <a:solidFill>
            <a:schemeClr val="accent6"/>
          </a:solidFill>
          <a:ln cap="flat" cmpd="sng" w="25400">
            <a:solidFill>
              <a:srgbClr val="517E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Generación de reportes en Formato JSON | XML Diario y Mensual</a:t>
            </a:r>
            <a:endParaRPr b="0" i="0" sz="1400" u="none" cap="none" strike="noStrike">
              <a:solidFill>
                <a:srgbClr val="000000"/>
              </a:solidFill>
              <a:latin typeface="Arial"/>
              <a:ea typeface="Arial"/>
              <a:cs typeface="Arial"/>
              <a:sym typeface="Arial"/>
            </a:endParaRPr>
          </a:p>
        </p:txBody>
      </p:sp>
      <p:cxnSp>
        <p:nvCxnSpPr>
          <p:cNvPr id="106" name="Google Shape;106;p23"/>
          <p:cNvCxnSpPr>
            <a:stCxn id="98" idx="2"/>
            <a:endCxn id="104" idx="1"/>
          </p:cNvCxnSpPr>
          <p:nvPr/>
        </p:nvCxnSpPr>
        <p:spPr>
          <a:xfrm flipH="1" rot="-5400000">
            <a:off x="7899870" y="3239648"/>
            <a:ext cx="805500" cy="1064400"/>
          </a:xfrm>
          <a:prstGeom prst="bentConnector2">
            <a:avLst/>
          </a:prstGeom>
          <a:noFill/>
          <a:ln cap="flat" cmpd="sng" w="25400">
            <a:solidFill>
              <a:schemeClr val="accent2"/>
            </a:solidFill>
            <a:prstDash val="solid"/>
            <a:round/>
            <a:headEnd len="sm" w="sm" type="none"/>
            <a:tailEnd len="med" w="med" type="triangle"/>
          </a:ln>
        </p:spPr>
      </p:cxnSp>
      <p:cxnSp>
        <p:nvCxnSpPr>
          <p:cNvPr id="107" name="Google Shape;107;p23"/>
          <p:cNvCxnSpPr>
            <a:stCxn id="99" idx="2"/>
            <a:endCxn id="104" idx="0"/>
          </p:cNvCxnSpPr>
          <p:nvPr/>
        </p:nvCxnSpPr>
        <p:spPr>
          <a:xfrm rot="5400000">
            <a:off x="9303693" y="3642230"/>
            <a:ext cx="542100" cy="4800"/>
          </a:xfrm>
          <a:prstGeom prst="bentConnector3">
            <a:avLst>
              <a:gd fmla="val 50000" name="adj1"/>
            </a:avLst>
          </a:prstGeom>
          <a:solidFill>
            <a:schemeClr val="accent5"/>
          </a:solidFill>
          <a:ln cap="flat" cmpd="sng" w="25400">
            <a:solidFill>
              <a:srgbClr val="31538F"/>
            </a:solidFill>
            <a:prstDash val="solid"/>
            <a:round/>
            <a:headEnd len="sm" w="sm" type="none"/>
            <a:tailEnd len="med" w="med" type="triangle"/>
          </a:ln>
        </p:spPr>
      </p:cxnSp>
      <p:cxnSp>
        <p:nvCxnSpPr>
          <p:cNvPr id="108" name="Google Shape;108;p23"/>
          <p:cNvCxnSpPr>
            <a:stCxn id="104" idx="2"/>
            <a:endCxn id="105" idx="0"/>
          </p:cNvCxnSpPr>
          <p:nvPr/>
        </p:nvCxnSpPr>
        <p:spPr>
          <a:xfrm flipH="1" rot="-5400000">
            <a:off x="9349847" y="4655988"/>
            <a:ext cx="447600" cy="2400"/>
          </a:xfrm>
          <a:prstGeom prst="bentConnector3">
            <a:avLst>
              <a:gd fmla="val 50000" name="adj1"/>
            </a:avLst>
          </a:prstGeom>
          <a:noFill/>
          <a:ln cap="flat" cmpd="sng" w="25400">
            <a:solidFill>
              <a:schemeClr val="accent6"/>
            </a:solidFill>
            <a:prstDash val="solid"/>
            <a:round/>
            <a:headEnd len="sm" w="sm" type="none"/>
            <a:tailEnd len="med" w="med" type="triangle"/>
          </a:ln>
        </p:spPr>
      </p:cxnSp>
      <p:sp>
        <p:nvSpPr>
          <p:cNvPr id="109" name="Google Shape;109;p23"/>
          <p:cNvSpPr/>
          <p:nvPr/>
        </p:nvSpPr>
        <p:spPr>
          <a:xfrm>
            <a:off x="10555619" y="1671510"/>
            <a:ext cx="830700" cy="230700"/>
          </a:xfrm>
          <a:prstGeom prst="roundRect">
            <a:avLst>
              <a:gd fmla="val 16667" name="adj"/>
            </a:avLst>
          </a:prstGeom>
          <a:solidFill>
            <a:schemeClr val="accent4"/>
          </a:solidFill>
          <a:ln cap="flat" cmpd="sng" w="25400">
            <a:solidFill>
              <a:srgbClr val="BA8C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C55A11"/>
                </a:solidFill>
                <a:latin typeface="Arial"/>
                <a:ea typeface="Arial"/>
                <a:cs typeface="Arial"/>
                <a:sym typeface="Arial"/>
              </a:rPr>
              <a:t>Evaluación</a:t>
            </a:r>
            <a:endParaRPr b="0" i="0" sz="1400" u="none" cap="none" strike="noStrike">
              <a:solidFill>
                <a:srgbClr val="000000"/>
              </a:solidFill>
              <a:latin typeface="Arial"/>
              <a:ea typeface="Arial"/>
              <a:cs typeface="Arial"/>
              <a:sym typeface="Arial"/>
            </a:endParaRPr>
          </a:p>
        </p:txBody>
      </p:sp>
      <p:cxnSp>
        <p:nvCxnSpPr>
          <p:cNvPr id="110" name="Google Shape;110;p23"/>
          <p:cNvCxnSpPr>
            <a:stCxn id="99" idx="3"/>
            <a:endCxn id="100" idx="1"/>
          </p:cNvCxnSpPr>
          <p:nvPr/>
        </p:nvCxnSpPr>
        <p:spPr>
          <a:xfrm flipH="1" rot="10800000">
            <a:off x="10239243" y="3113180"/>
            <a:ext cx="261900" cy="1500"/>
          </a:xfrm>
          <a:prstGeom prst="bentConnector3">
            <a:avLst>
              <a:gd fmla="val 50000" name="adj1"/>
            </a:avLst>
          </a:prstGeom>
          <a:solidFill>
            <a:schemeClr val="accent5"/>
          </a:solidFill>
          <a:ln cap="flat" cmpd="sng" w="25400">
            <a:solidFill>
              <a:srgbClr val="31538F"/>
            </a:solidFill>
            <a:prstDash val="solid"/>
            <a:round/>
            <a:headEnd len="sm" w="sm" type="none"/>
            <a:tailEnd len="med" w="med" type="triangle"/>
          </a:ln>
        </p:spPr>
      </p:cxnSp>
      <p:cxnSp>
        <p:nvCxnSpPr>
          <p:cNvPr id="111" name="Google Shape;111;p23"/>
          <p:cNvCxnSpPr>
            <a:stCxn id="109" idx="1"/>
            <a:endCxn id="97" idx="3"/>
          </p:cNvCxnSpPr>
          <p:nvPr/>
        </p:nvCxnSpPr>
        <p:spPr>
          <a:xfrm flipH="1">
            <a:off x="10036319" y="1786860"/>
            <a:ext cx="519300" cy="600"/>
          </a:xfrm>
          <a:prstGeom prst="bentConnector3">
            <a:avLst>
              <a:gd fmla="val 50000" name="adj1"/>
            </a:avLst>
          </a:prstGeom>
          <a:noFill/>
          <a:ln cap="flat" cmpd="sng" w="25400">
            <a:solidFill>
              <a:schemeClr val="accent4"/>
            </a:solidFill>
            <a:prstDash val="solid"/>
            <a:round/>
            <a:headEnd len="sm" w="sm" type="none"/>
            <a:tailEnd len="med" w="med" type="triangle"/>
          </a:ln>
        </p:spPr>
      </p:cxnSp>
      <p:cxnSp>
        <p:nvCxnSpPr>
          <p:cNvPr id="112" name="Google Shape;112;p23"/>
          <p:cNvCxnSpPr>
            <a:stCxn id="105" idx="1"/>
            <a:endCxn id="97" idx="1"/>
          </p:cNvCxnSpPr>
          <p:nvPr/>
        </p:nvCxnSpPr>
        <p:spPr>
          <a:xfrm flipH="1" rot="10800000">
            <a:off x="8750017" y="1786883"/>
            <a:ext cx="370500" cy="3397800"/>
          </a:xfrm>
          <a:prstGeom prst="bentConnector3">
            <a:avLst>
              <a:gd fmla="val -550676" name="adj1"/>
            </a:avLst>
          </a:prstGeom>
          <a:noFill/>
          <a:ln cap="flat" cmpd="sng" w="38100">
            <a:solidFill>
              <a:schemeClr val="accent6"/>
            </a:solidFill>
            <a:prstDash val="solid"/>
            <a:round/>
            <a:headEnd len="sm" w="sm" type="none"/>
            <a:tailEnd len="med" w="med" type="triangle"/>
          </a:ln>
        </p:spPr>
      </p:cxnSp>
      <p:sp>
        <p:nvSpPr>
          <p:cNvPr id="113" name="Google Shape;113;p23"/>
          <p:cNvSpPr txBox="1"/>
          <p:nvPr/>
        </p:nvSpPr>
        <p:spPr>
          <a:xfrm>
            <a:off x="7440860" y="2502228"/>
            <a:ext cx="628500" cy="215400"/>
          </a:xfrm>
          <a:prstGeom prst="rect">
            <a:avLst/>
          </a:prstGeom>
          <a:solidFill>
            <a:schemeClr val="lt1"/>
          </a:solidFill>
          <a:ln cap="flat" cmpd="sng" w="2540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Anexo 30</a:t>
            </a:r>
            <a:endParaRPr b="0" i="0" sz="1400" u="none" cap="none" strike="noStrike">
              <a:solidFill>
                <a:srgbClr val="000000"/>
              </a:solidFill>
              <a:latin typeface="Arial"/>
              <a:ea typeface="Arial"/>
              <a:cs typeface="Arial"/>
              <a:sym typeface="Arial"/>
            </a:endParaRPr>
          </a:p>
        </p:txBody>
      </p:sp>
      <p:sp>
        <p:nvSpPr>
          <p:cNvPr id="114" name="Google Shape;114;p23"/>
          <p:cNvSpPr txBox="1"/>
          <p:nvPr/>
        </p:nvSpPr>
        <p:spPr>
          <a:xfrm>
            <a:off x="9260923" y="2502227"/>
            <a:ext cx="622800" cy="215400"/>
          </a:xfrm>
          <a:prstGeom prst="rect">
            <a:avLst/>
          </a:prstGeom>
          <a:solidFill>
            <a:schemeClr val="lt1"/>
          </a:solidFill>
          <a:ln cap="flat" cmpd="sng" w="2540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Anexo 31</a:t>
            </a:r>
            <a:endParaRPr b="0" i="0" sz="1400" u="none" cap="none" strike="noStrike">
              <a:solidFill>
                <a:srgbClr val="000000"/>
              </a:solidFill>
              <a:latin typeface="Arial"/>
              <a:ea typeface="Arial"/>
              <a:cs typeface="Arial"/>
              <a:sym typeface="Arial"/>
            </a:endParaRPr>
          </a:p>
        </p:txBody>
      </p:sp>
      <p:sp>
        <p:nvSpPr>
          <p:cNvPr id="115" name="Google Shape;115;p23"/>
          <p:cNvSpPr txBox="1"/>
          <p:nvPr/>
        </p:nvSpPr>
        <p:spPr>
          <a:xfrm>
            <a:off x="10851054" y="2502227"/>
            <a:ext cx="624300" cy="215400"/>
          </a:xfrm>
          <a:prstGeom prst="rect">
            <a:avLst/>
          </a:prstGeom>
          <a:solidFill>
            <a:schemeClr val="lt1"/>
          </a:solidFill>
          <a:ln cap="flat" cmpd="sng" w="2540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Anexo 32</a:t>
            </a:r>
            <a:endParaRPr b="0" i="0" sz="1400" u="none" cap="none" strike="noStrike">
              <a:solidFill>
                <a:srgbClr val="000000"/>
              </a:solidFill>
              <a:latin typeface="Arial"/>
              <a:ea typeface="Arial"/>
              <a:cs typeface="Arial"/>
              <a:sym typeface="Arial"/>
            </a:endParaRPr>
          </a:p>
        </p:txBody>
      </p:sp>
      <p:sp>
        <p:nvSpPr>
          <p:cNvPr id="116" name="Google Shape;116;p23"/>
          <p:cNvSpPr txBox="1"/>
          <p:nvPr/>
        </p:nvSpPr>
        <p:spPr>
          <a:xfrm>
            <a:off x="7531623" y="3516713"/>
            <a:ext cx="489300" cy="215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Instala</a:t>
            </a:r>
            <a:endParaRPr b="0" i="0" sz="1400" u="none" cap="none" strike="noStrike">
              <a:solidFill>
                <a:srgbClr val="000000"/>
              </a:solidFill>
              <a:latin typeface="Arial"/>
              <a:ea typeface="Arial"/>
              <a:cs typeface="Arial"/>
              <a:sym typeface="Arial"/>
            </a:endParaRPr>
          </a:p>
        </p:txBody>
      </p:sp>
      <p:sp>
        <p:nvSpPr>
          <p:cNvPr id="117" name="Google Shape;117;p23"/>
          <p:cNvSpPr txBox="1"/>
          <p:nvPr/>
        </p:nvSpPr>
        <p:spPr>
          <a:xfrm>
            <a:off x="10825806" y="3535694"/>
            <a:ext cx="641400" cy="215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Dictamina</a:t>
            </a:r>
            <a:endParaRPr b="0" i="0" sz="1400" u="none" cap="none" strike="noStrike">
              <a:solidFill>
                <a:srgbClr val="000000"/>
              </a:solidFill>
              <a:latin typeface="Arial"/>
              <a:ea typeface="Arial"/>
              <a:cs typeface="Arial"/>
              <a:sym typeface="Arial"/>
            </a:endParaRPr>
          </a:p>
        </p:txBody>
      </p:sp>
      <p:sp>
        <p:nvSpPr>
          <p:cNvPr id="118" name="Google Shape;118;p23"/>
          <p:cNvSpPr txBox="1"/>
          <p:nvPr/>
        </p:nvSpPr>
        <p:spPr>
          <a:xfrm>
            <a:off x="9316143" y="3524707"/>
            <a:ext cx="527700" cy="215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Verifica</a:t>
            </a:r>
            <a:endParaRPr b="0" i="0" sz="1400" u="none" cap="none" strike="noStrike">
              <a:solidFill>
                <a:srgbClr val="000000"/>
              </a:solidFill>
              <a:latin typeface="Arial"/>
              <a:ea typeface="Arial"/>
              <a:cs typeface="Arial"/>
              <a:sym typeface="Arial"/>
            </a:endParaRPr>
          </a:p>
        </p:txBody>
      </p:sp>
      <p:cxnSp>
        <p:nvCxnSpPr>
          <p:cNvPr id="119" name="Google Shape;119;p23"/>
          <p:cNvCxnSpPr>
            <a:stCxn id="100" idx="3"/>
            <a:endCxn id="109" idx="3"/>
          </p:cNvCxnSpPr>
          <p:nvPr/>
        </p:nvCxnSpPr>
        <p:spPr>
          <a:xfrm rot="10800000">
            <a:off x="11386351" y="1786987"/>
            <a:ext cx="438900" cy="1326300"/>
          </a:xfrm>
          <a:prstGeom prst="bentConnector3">
            <a:avLst>
              <a:gd fmla="val -39063" name="adj1"/>
            </a:avLst>
          </a:prstGeom>
          <a:noFill/>
          <a:ln cap="flat" cmpd="sng" w="25400">
            <a:solidFill>
              <a:schemeClr val="accent4"/>
            </a:solidFill>
            <a:prstDash val="solid"/>
            <a:round/>
            <a:headEnd len="sm" w="sm" type="none"/>
            <a:tailEnd len="med" w="med" type="triangle"/>
          </a:ln>
        </p:spPr>
      </p:cxnSp>
      <p:sp>
        <p:nvSpPr>
          <p:cNvPr id="120" name="Google Shape;120;p23"/>
          <p:cNvSpPr/>
          <p:nvPr/>
        </p:nvSpPr>
        <p:spPr>
          <a:xfrm>
            <a:off x="10933608" y="4629430"/>
            <a:ext cx="915900" cy="388800"/>
          </a:xfrm>
          <a:prstGeom prst="roundRect">
            <a:avLst>
              <a:gd fmla="val 16667" name="adj"/>
            </a:avLst>
          </a:prstGeom>
          <a:gradFill>
            <a:gsLst>
              <a:gs pos="0">
                <a:srgbClr val="C55A11"/>
              </a:gs>
              <a:gs pos="50000">
                <a:srgbClr val="833C0B"/>
              </a:gs>
              <a:gs pos="100000">
                <a:srgbClr val="C55A11"/>
              </a:gs>
            </a:gsLst>
            <a:lin ang="5400000" scaled="0"/>
          </a:gradFill>
          <a:ln cap="flat" cmpd="sng" w="9525">
            <a:solidFill>
              <a:schemeClr val="accent6"/>
            </a:solidFill>
            <a:prstDash val="solid"/>
            <a:miter lim="800000"/>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Información Fiscal</a:t>
            </a:r>
            <a:endParaRPr b="0" i="0" sz="1400" u="none" cap="none" strike="noStrike">
              <a:solidFill>
                <a:srgbClr val="000000"/>
              </a:solidFill>
              <a:latin typeface="Arial"/>
              <a:ea typeface="Arial"/>
              <a:cs typeface="Arial"/>
              <a:sym typeface="Arial"/>
            </a:endParaRPr>
          </a:p>
        </p:txBody>
      </p:sp>
      <p:cxnSp>
        <p:nvCxnSpPr>
          <p:cNvPr id="121" name="Google Shape;121;p23"/>
          <p:cNvCxnSpPr>
            <a:stCxn id="120" idx="1"/>
          </p:cNvCxnSpPr>
          <p:nvPr/>
        </p:nvCxnSpPr>
        <p:spPr>
          <a:xfrm rot="10800000">
            <a:off x="10296108" y="4292830"/>
            <a:ext cx="637500" cy="531000"/>
          </a:xfrm>
          <a:prstGeom prst="bentConnector3">
            <a:avLst>
              <a:gd fmla="val 50000" name="adj1"/>
            </a:avLst>
          </a:prstGeom>
          <a:noFill/>
          <a:ln cap="flat" cmpd="sng" w="25400">
            <a:solidFill>
              <a:schemeClr val="accent3"/>
            </a:solidFill>
            <a:prstDash val="solid"/>
            <a:round/>
            <a:headEnd len="sm" w="sm" type="none"/>
            <a:tailEnd len="med" w="med" type="triangle"/>
          </a:ln>
        </p:spPr>
      </p:cxnSp>
      <p:cxnSp>
        <p:nvCxnSpPr>
          <p:cNvPr id="122" name="Google Shape;122;p23"/>
          <p:cNvCxnSpPr>
            <a:stCxn id="100" idx="2"/>
            <a:endCxn id="104" idx="3"/>
          </p:cNvCxnSpPr>
          <p:nvPr/>
        </p:nvCxnSpPr>
        <p:spPr>
          <a:xfrm rot="5400000">
            <a:off x="10339351" y="3350737"/>
            <a:ext cx="794700" cy="852900"/>
          </a:xfrm>
          <a:prstGeom prst="bentConnector2">
            <a:avLst/>
          </a:prstGeom>
          <a:noFill/>
          <a:ln cap="flat" cmpd="sng" w="25400">
            <a:solidFill>
              <a:schemeClr val="accent4"/>
            </a:solidFill>
            <a:prstDash val="solid"/>
            <a:round/>
            <a:headEnd len="sm" w="sm" type="none"/>
            <a:tailEnd len="med" w="med" type="triangle"/>
          </a:ln>
        </p:spPr>
      </p:cxnSp>
      <p:pic>
        <p:nvPicPr>
          <p:cNvPr id="123" name="Google Shape;123;p23"/>
          <p:cNvPicPr preferRelativeResize="0"/>
          <p:nvPr/>
        </p:nvPicPr>
        <p:blipFill rotWithShape="1">
          <a:blip r:embed="rId3">
            <a:alphaModFix/>
          </a:blip>
          <a:srcRect b="0" l="0" r="0" t="0"/>
          <a:stretch/>
        </p:blipFill>
        <p:spPr>
          <a:xfrm>
            <a:off x="9200524" y="1642550"/>
            <a:ext cx="743726" cy="281624"/>
          </a:xfrm>
          <a:prstGeom prst="rect">
            <a:avLst/>
          </a:prstGeom>
          <a:noFill/>
          <a:ln>
            <a:noFill/>
          </a:ln>
        </p:spPr>
      </p:pic>
      <p:pic>
        <p:nvPicPr>
          <p:cNvPr id="124" name="Google Shape;124;p23"/>
          <p:cNvPicPr preferRelativeResize="0"/>
          <p:nvPr/>
        </p:nvPicPr>
        <p:blipFill rotWithShape="1">
          <a:blip r:embed="rId4">
            <a:alphaModFix/>
          </a:blip>
          <a:srcRect b="0" l="0" r="0" t="0"/>
          <a:stretch/>
        </p:blipFill>
        <p:spPr>
          <a:xfrm>
            <a:off x="6074804" y="-1563713"/>
            <a:ext cx="1933160" cy="1288773"/>
          </a:xfrm>
          <a:prstGeom prst="rect">
            <a:avLst/>
          </a:prstGeom>
          <a:noFill/>
          <a:ln>
            <a:noFill/>
          </a:ln>
        </p:spPr>
      </p:pic>
      <p:sp>
        <p:nvSpPr>
          <p:cNvPr id="125" name="Google Shape;125;p23"/>
          <p:cNvSpPr txBox="1"/>
          <p:nvPr/>
        </p:nvSpPr>
        <p:spPr>
          <a:xfrm>
            <a:off x="3750246" y="6000750"/>
            <a:ext cx="4691508" cy="1962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75"/>
              <a:buFont typeface="Arial"/>
              <a:buNone/>
            </a:pPr>
            <a:r>
              <a:rPr b="0" i="0" lang="en-US" sz="675" u="sng" cap="none" strike="noStrike">
                <a:solidFill>
                  <a:srgbClr val="000000"/>
                </a:solidFill>
                <a:latin typeface="Arial"/>
                <a:ea typeface="Arial"/>
                <a:cs typeface="Arial"/>
                <a:sym typeface="Arial"/>
                <a:hlinkClick r:id="rId5">
                  <a:extLst>
                    <a:ext uri="{A12FA001-AC4F-418D-AE19-62706E023703}">
                      <ahyp:hlinkClr val="tx"/>
                    </a:ext>
                  </a:extLst>
                </a:hlinkClick>
              </a:rPr>
              <a:t>Esta foto</a:t>
            </a:r>
            <a:r>
              <a:rPr b="0" i="0" lang="en-US" sz="675" u="none" cap="none" strike="noStrike">
                <a:solidFill>
                  <a:srgbClr val="000000"/>
                </a:solidFill>
                <a:latin typeface="Arial"/>
                <a:ea typeface="Arial"/>
                <a:cs typeface="Arial"/>
                <a:sym typeface="Arial"/>
              </a:rPr>
              <a:t> de Autor desconocido está bajo licencia </a:t>
            </a:r>
            <a:r>
              <a:rPr b="0" i="0" lang="en-US" sz="675" u="sng" cap="none" strike="noStrike">
                <a:solidFill>
                  <a:srgbClr val="000000"/>
                </a:solidFill>
                <a:latin typeface="Arial"/>
                <a:ea typeface="Arial"/>
                <a:cs typeface="Arial"/>
                <a:sym typeface="Arial"/>
                <a:hlinkClick r:id="rId6">
                  <a:extLst>
                    <a:ext uri="{A12FA001-AC4F-418D-AE19-62706E023703}">
                      <ahyp:hlinkClr val="tx"/>
                    </a:ext>
                  </a:extLst>
                </a:hlinkClick>
              </a:rPr>
              <a:t>CC BY-NC</a:t>
            </a:r>
            <a:endParaRPr b="0" i="0" sz="675" u="none" cap="none" strike="noStrike">
              <a:solidFill>
                <a:srgbClr val="000000"/>
              </a:solidFill>
              <a:latin typeface="Arial"/>
              <a:ea typeface="Arial"/>
              <a:cs typeface="Arial"/>
              <a:sym typeface="Arial"/>
            </a:endParaRPr>
          </a:p>
        </p:txBody>
      </p:sp>
      <p:grpSp>
        <p:nvGrpSpPr>
          <p:cNvPr id="126" name="Google Shape;126;p23"/>
          <p:cNvGrpSpPr/>
          <p:nvPr/>
        </p:nvGrpSpPr>
        <p:grpSpPr>
          <a:xfrm>
            <a:off x="5187392" y="-1912841"/>
            <a:ext cx="1819469" cy="1819469"/>
            <a:chOff x="4514664" y="-2509400"/>
            <a:chExt cx="2425958" cy="2425958"/>
          </a:xfrm>
        </p:grpSpPr>
        <p:pic>
          <p:nvPicPr>
            <p:cNvPr id="127" name="Google Shape;127;p23"/>
            <p:cNvPicPr preferRelativeResize="0"/>
            <p:nvPr/>
          </p:nvPicPr>
          <p:blipFill rotWithShape="1">
            <a:blip r:embed="rId7">
              <a:alphaModFix/>
            </a:blip>
            <a:srcRect b="0" l="0" r="0" t="0"/>
            <a:stretch/>
          </p:blipFill>
          <p:spPr>
            <a:xfrm>
              <a:off x="4514664" y="-2509400"/>
              <a:ext cx="2425958" cy="2425958"/>
            </a:xfrm>
            <a:prstGeom prst="rect">
              <a:avLst/>
            </a:prstGeom>
            <a:noFill/>
            <a:ln>
              <a:noFill/>
            </a:ln>
          </p:spPr>
        </p:pic>
        <p:sp>
          <p:nvSpPr>
            <p:cNvPr id="128" name="Google Shape;128;p23"/>
            <p:cNvSpPr/>
            <p:nvPr/>
          </p:nvSpPr>
          <p:spPr>
            <a:xfrm>
              <a:off x="5072064" y="-1426888"/>
              <a:ext cx="1330920" cy="252932"/>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highlight>
                  <a:srgbClr val="FFFF00"/>
                </a:highlight>
                <a:latin typeface="Arial"/>
                <a:ea typeface="Arial"/>
                <a:cs typeface="Arial"/>
                <a:sym typeface="Arial"/>
              </a:endParaRPr>
            </a:p>
          </p:txBody>
        </p:sp>
        <p:pic>
          <p:nvPicPr>
            <p:cNvPr id="129" name="Google Shape;129;p23"/>
            <p:cNvPicPr preferRelativeResize="0"/>
            <p:nvPr/>
          </p:nvPicPr>
          <p:blipFill rotWithShape="1">
            <a:blip r:embed="rId8">
              <a:alphaModFix/>
            </a:blip>
            <a:srcRect b="0" l="0" r="0" t="0"/>
            <a:stretch/>
          </p:blipFill>
          <p:spPr>
            <a:xfrm>
              <a:off x="5091874" y="-1390465"/>
              <a:ext cx="173459" cy="190171"/>
            </a:xfrm>
            <a:prstGeom prst="rect">
              <a:avLst/>
            </a:prstGeom>
            <a:noFill/>
            <a:ln>
              <a:noFill/>
            </a:ln>
          </p:spPr>
        </p:pic>
        <p:sp>
          <p:nvSpPr>
            <p:cNvPr id="130" name="Google Shape;130;p23"/>
            <p:cNvSpPr txBox="1"/>
            <p:nvPr/>
          </p:nvSpPr>
          <p:spPr>
            <a:xfrm>
              <a:off x="5105899" y="-1678283"/>
              <a:ext cx="359501"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5"/>
                <a:buFont typeface="Arial"/>
                <a:buNone/>
              </a:pPr>
              <a:r>
                <a:rPr b="1" i="1" lang="en-US" sz="525" u="none" cap="none" strike="noStrike">
                  <a:solidFill>
                    <a:schemeClr val="lt1"/>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pic>
          <p:nvPicPr>
            <p:cNvPr id="131" name="Google Shape;131;p23"/>
            <p:cNvPicPr preferRelativeResize="0"/>
            <p:nvPr/>
          </p:nvPicPr>
          <p:blipFill rotWithShape="1">
            <a:blip r:embed="rId9">
              <a:alphaModFix/>
            </a:blip>
            <a:srcRect b="0" l="0" r="0" t="0"/>
            <a:stretch/>
          </p:blipFill>
          <p:spPr>
            <a:xfrm>
              <a:off x="5339128" y="-1390465"/>
              <a:ext cx="159205" cy="186906"/>
            </a:xfrm>
            <a:prstGeom prst="rect">
              <a:avLst/>
            </a:prstGeom>
            <a:noFill/>
            <a:ln>
              <a:noFill/>
            </a:ln>
          </p:spPr>
        </p:pic>
        <p:pic>
          <p:nvPicPr>
            <p:cNvPr id="132" name="Google Shape;132;p23"/>
            <p:cNvPicPr preferRelativeResize="0"/>
            <p:nvPr/>
          </p:nvPicPr>
          <p:blipFill rotWithShape="1">
            <a:blip r:embed="rId10">
              <a:alphaModFix/>
            </a:blip>
            <a:srcRect b="0" l="0" r="0" t="0"/>
            <a:stretch/>
          </p:blipFill>
          <p:spPr>
            <a:xfrm>
              <a:off x="5529141" y="-1413311"/>
              <a:ext cx="240394" cy="240394"/>
            </a:xfrm>
            <a:prstGeom prst="rect">
              <a:avLst/>
            </a:prstGeom>
            <a:noFill/>
            <a:ln>
              <a:noFill/>
            </a:ln>
          </p:spPr>
        </p:pic>
        <p:sp>
          <p:nvSpPr>
            <p:cNvPr id="133" name="Google Shape;133;p23"/>
            <p:cNvSpPr txBox="1"/>
            <p:nvPr/>
          </p:nvSpPr>
          <p:spPr>
            <a:xfrm>
              <a:off x="5285077" y="-1676722"/>
              <a:ext cx="370187"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5"/>
                <a:buFont typeface="Arial"/>
                <a:buNone/>
              </a:pPr>
              <a:r>
                <a:rPr b="1" i="1" lang="en-US" sz="525" u="none" cap="none" strike="noStrike">
                  <a:solidFill>
                    <a:schemeClr val="lt1"/>
                  </a:solidFill>
                  <a:latin typeface="Arial"/>
                  <a:ea typeface="Arial"/>
                  <a:cs typeface="Arial"/>
                  <a:sym typeface="Arial"/>
                </a:rPr>
                <a:t>VB</a:t>
              </a:r>
              <a:endParaRPr b="0" i="0" sz="1400" u="none" cap="none" strike="noStrike">
                <a:solidFill>
                  <a:srgbClr val="000000"/>
                </a:solidFill>
                <a:latin typeface="Arial"/>
                <a:ea typeface="Arial"/>
                <a:cs typeface="Arial"/>
                <a:sym typeface="Arial"/>
              </a:endParaRPr>
            </a:p>
          </p:txBody>
        </p:sp>
        <p:sp>
          <p:nvSpPr>
            <p:cNvPr id="134" name="Google Shape;134;p23"/>
            <p:cNvSpPr txBox="1"/>
            <p:nvPr/>
          </p:nvSpPr>
          <p:spPr>
            <a:xfrm>
              <a:off x="5761132" y="-1675726"/>
              <a:ext cx="682238"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5"/>
                <a:buFont typeface="Arial"/>
                <a:buNone/>
              </a:pPr>
              <a:r>
                <a:rPr b="1" i="1" lang="en-US" sz="525" u="none" cap="none" strike="noStrike">
                  <a:solidFill>
                    <a:schemeClr val="lt1"/>
                  </a:solidFill>
                  <a:latin typeface="Arial"/>
                  <a:ea typeface="Arial"/>
                  <a:cs typeface="Arial"/>
                  <a:sym typeface="Arial"/>
                </a:rPr>
                <a:t>HTML / JS</a:t>
              </a:r>
              <a:endParaRPr b="0" i="0" sz="1400" u="none" cap="none" strike="noStrike">
                <a:solidFill>
                  <a:srgbClr val="000000"/>
                </a:solidFill>
                <a:latin typeface="Arial"/>
                <a:ea typeface="Arial"/>
                <a:cs typeface="Arial"/>
                <a:sym typeface="Arial"/>
              </a:endParaRPr>
            </a:p>
          </p:txBody>
        </p:sp>
        <p:sp>
          <p:nvSpPr>
            <p:cNvPr id="135" name="Google Shape;135;p23"/>
            <p:cNvSpPr txBox="1"/>
            <p:nvPr/>
          </p:nvSpPr>
          <p:spPr>
            <a:xfrm>
              <a:off x="5513082" y="-1675727"/>
              <a:ext cx="430032"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5"/>
                <a:buFont typeface="Arial"/>
                <a:buNone/>
              </a:pPr>
              <a:r>
                <a:rPr b="1" i="1" lang="en-US" sz="525" u="none" cap="none" strike="noStrike">
                  <a:solidFill>
                    <a:schemeClr val="lt1"/>
                  </a:solidFill>
                  <a:latin typeface="Arial"/>
                  <a:ea typeface="Arial"/>
                  <a:cs typeface="Arial"/>
                  <a:sym typeface="Arial"/>
                </a:rPr>
                <a:t>PHP</a:t>
              </a:r>
              <a:endParaRPr b="0" i="0" sz="1400" u="none" cap="none" strike="noStrike">
                <a:solidFill>
                  <a:srgbClr val="000000"/>
                </a:solidFill>
                <a:latin typeface="Arial"/>
                <a:ea typeface="Arial"/>
                <a:cs typeface="Arial"/>
                <a:sym typeface="Arial"/>
              </a:endParaRPr>
            </a:p>
          </p:txBody>
        </p:sp>
        <p:pic>
          <p:nvPicPr>
            <p:cNvPr id="136" name="Google Shape;136;p23"/>
            <p:cNvPicPr preferRelativeResize="0"/>
            <p:nvPr/>
          </p:nvPicPr>
          <p:blipFill rotWithShape="1">
            <a:blip r:embed="rId11">
              <a:alphaModFix/>
            </a:blip>
            <a:srcRect b="0" l="0" r="56246" t="0"/>
            <a:stretch/>
          </p:blipFill>
          <p:spPr>
            <a:xfrm>
              <a:off x="6086450" y="-1375559"/>
              <a:ext cx="307776" cy="144906"/>
            </a:xfrm>
            <a:prstGeom prst="rect">
              <a:avLst/>
            </a:prstGeom>
            <a:noFill/>
            <a:ln>
              <a:noFill/>
            </a:ln>
          </p:spPr>
        </p:pic>
        <p:pic>
          <p:nvPicPr>
            <p:cNvPr id="137" name="Google Shape;137;p23"/>
            <p:cNvPicPr preferRelativeResize="0"/>
            <p:nvPr/>
          </p:nvPicPr>
          <p:blipFill rotWithShape="1">
            <a:blip r:embed="rId12">
              <a:alphaModFix/>
            </a:blip>
            <a:srcRect b="0" l="0" r="0" t="0"/>
            <a:stretch/>
          </p:blipFill>
          <p:spPr>
            <a:xfrm>
              <a:off x="5795165" y="-1368261"/>
              <a:ext cx="255432" cy="143680"/>
            </a:xfrm>
            <a:prstGeom prst="rect">
              <a:avLst/>
            </a:prstGeom>
            <a:noFill/>
            <a:ln>
              <a:noFill/>
            </a:ln>
          </p:spPr>
        </p:pic>
      </p:grpSp>
      <p:sp>
        <p:nvSpPr>
          <p:cNvPr id="138" name="Google Shape;138;p23"/>
          <p:cNvSpPr txBox="1"/>
          <p:nvPr/>
        </p:nvSpPr>
        <p:spPr>
          <a:xfrm>
            <a:off x="1429623" y="7339910"/>
            <a:ext cx="3177512" cy="1962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75"/>
              <a:buFont typeface="Arial"/>
              <a:buNone/>
            </a:pPr>
            <a:r>
              <a:rPr b="0" i="0" lang="en-US" sz="675" u="sng" cap="none" strike="noStrike">
                <a:solidFill>
                  <a:srgbClr val="000000"/>
                </a:solidFill>
                <a:latin typeface="Arial"/>
                <a:ea typeface="Arial"/>
                <a:cs typeface="Arial"/>
                <a:sym typeface="Arial"/>
                <a:hlinkClick r:id="rId13">
                  <a:extLst>
                    <a:ext uri="{A12FA001-AC4F-418D-AE19-62706E023703}">
                      <ahyp:hlinkClr val="tx"/>
                    </a:ext>
                  </a:extLst>
                </a:hlinkClick>
              </a:rPr>
              <a:t>Esta foto</a:t>
            </a:r>
            <a:r>
              <a:rPr b="0" i="0" lang="en-US" sz="675" u="none" cap="none" strike="noStrike">
                <a:solidFill>
                  <a:srgbClr val="000000"/>
                </a:solidFill>
                <a:latin typeface="Arial"/>
                <a:ea typeface="Arial"/>
                <a:cs typeface="Arial"/>
                <a:sym typeface="Arial"/>
              </a:rPr>
              <a:t> de Autor desconocido está bajo licencia </a:t>
            </a:r>
            <a:r>
              <a:rPr b="0" i="0" lang="en-US" sz="675" u="sng" cap="none" strike="noStrike">
                <a:solidFill>
                  <a:srgbClr val="000000"/>
                </a:solidFill>
                <a:latin typeface="Arial"/>
                <a:ea typeface="Arial"/>
                <a:cs typeface="Arial"/>
                <a:sym typeface="Arial"/>
                <a:hlinkClick r:id="rId14">
                  <a:extLst>
                    <a:ext uri="{A12FA001-AC4F-418D-AE19-62706E023703}">
                      <ahyp:hlinkClr val="tx"/>
                    </a:ext>
                  </a:extLst>
                </a:hlinkClick>
              </a:rPr>
              <a:t>CC BY-SA-NC</a:t>
            </a:r>
            <a:endParaRPr b="0" i="0" sz="675" u="none" cap="none" strike="noStrike">
              <a:solidFill>
                <a:srgbClr val="000000"/>
              </a:solidFill>
              <a:latin typeface="Arial"/>
              <a:ea typeface="Arial"/>
              <a:cs typeface="Arial"/>
              <a:sym typeface="Arial"/>
            </a:endParaRPr>
          </a:p>
        </p:txBody>
      </p:sp>
      <p:pic>
        <p:nvPicPr>
          <p:cNvPr id="139" name="Google Shape;139;p23"/>
          <p:cNvPicPr preferRelativeResize="0"/>
          <p:nvPr/>
        </p:nvPicPr>
        <p:blipFill rotWithShape="1">
          <a:blip r:embed="rId15">
            <a:alphaModFix/>
          </a:blip>
          <a:srcRect b="0" l="0" r="0" t="0"/>
          <a:stretch/>
        </p:blipFill>
        <p:spPr>
          <a:xfrm>
            <a:off x="-51539" y="2717622"/>
            <a:ext cx="6662130" cy="3595025"/>
          </a:xfrm>
          <a:prstGeom prst="rect">
            <a:avLst/>
          </a:prstGeom>
          <a:noFill/>
          <a:ln>
            <a:noFill/>
          </a:ln>
        </p:spPr>
      </p:pic>
    </p:spTree>
  </p:cSld>
  <p:clrMapOvr>
    <a:masterClrMapping/>
  </p:clrMapOvr>
  <p:transition spd="slow" p14:dur="800">
    <p:circl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p:cNvPicPr preferRelativeResize="0"/>
          <p:nvPr/>
        </p:nvPicPr>
        <p:blipFill rotWithShape="1">
          <a:blip r:embed="rId3">
            <a:alphaModFix/>
          </a:blip>
          <a:srcRect b="0" l="0" r="0" t="0"/>
          <a:stretch/>
        </p:blipFill>
        <p:spPr>
          <a:xfrm>
            <a:off x="-3047810" y="7557842"/>
            <a:ext cx="2625499" cy="1852726"/>
          </a:xfrm>
          <a:prstGeom prst="rect">
            <a:avLst/>
          </a:prstGeom>
          <a:noFill/>
          <a:ln>
            <a:noFill/>
          </a:ln>
        </p:spPr>
      </p:pic>
      <p:pic>
        <p:nvPicPr>
          <p:cNvPr id="145" name="Google Shape;145;p24"/>
          <p:cNvPicPr preferRelativeResize="0"/>
          <p:nvPr/>
        </p:nvPicPr>
        <p:blipFill rotWithShape="1">
          <a:blip r:embed="rId4">
            <a:alphaModFix/>
          </a:blip>
          <a:srcRect b="0" l="0" r="0" t="0"/>
          <a:stretch/>
        </p:blipFill>
        <p:spPr>
          <a:xfrm>
            <a:off x="9281301" y="9137026"/>
            <a:ext cx="1079663" cy="1079663"/>
          </a:xfrm>
          <a:prstGeom prst="rect">
            <a:avLst/>
          </a:prstGeom>
          <a:noFill/>
          <a:ln>
            <a:noFill/>
          </a:ln>
        </p:spPr>
      </p:pic>
      <p:pic>
        <p:nvPicPr>
          <p:cNvPr descr="Computador De Caudal Omni 3000/6000 Enhanced | Esco Argentina SA" id="146" name="Google Shape;146;p24"/>
          <p:cNvPicPr preferRelativeResize="0"/>
          <p:nvPr/>
        </p:nvPicPr>
        <p:blipFill rotWithShape="1">
          <a:blip r:embed="rId5">
            <a:alphaModFix/>
          </a:blip>
          <a:srcRect b="0" l="0" r="0" t="0"/>
          <a:stretch/>
        </p:blipFill>
        <p:spPr>
          <a:xfrm>
            <a:off x="8583987" y="8318820"/>
            <a:ext cx="708744" cy="644818"/>
          </a:xfrm>
          <a:prstGeom prst="rect">
            <a:avLst/>
          </a:prstGeom>
          <a:noFill/>
          <a:ln>
            <a:noFill/>
          </a:ln>
        </p:spPr>
      </p:pic>
      <p:pic>
        <p:nvPicPr>
          <p:cNvPr descr="Emerson Floboss S600 + Ordenador De Flujo - Buy Ordenador De Flujo,Ordenador  De Flujo S600 +,Ordenador De Flujo Floboss S600 + Product on Alibaba.com" id="147" name="Google Shape;147;p24"/>
          <p:cNvPicPr preferRelativeResize="0"/>
          <p:nvPr/>
        </p:nvPicPr>
        <p:blipFill rotWithShape="1">
          <a:blip r:embed="rId6">
            <a:alphaModFix/>
          </a:blip>
          <a:srcRect b="6524" l="22482" r="31229" t="9685"/>
          <a:stretch/>
        </p:blipFill>
        <p:spPr>
          <a:xfrm>
            <a:off x="8729141" y="9288624"/>
            <a:ext cx="418437" cy="757474"/>
          </a:xfrm>
          <a:prstGeom prst="rect">
            <a:avLst/>
          </a:prstGeom>
          <a:noFill/>
          <a:ln>
            <a:noFill/>
          </a:ln>
        </p:spPr>
      </p:pic>
      <p:pic>
        <p:nvPicPr>
          <p:cNvPr descr="Computadores de Flujo – Seita" id="148" name="Google Shape;148;p24"/>
          <p:cNvPicPr preferRelativeResize="0"/>
          <p:nvPr/>
        </p:nvPicPr>
        <p:blipFill rotWithShape="1">
          <a:blip r:embed="rId7">
            <a:alphaModFix/>
          </a:blip>
          <a:srcRect b="0" l="0" r="0" t="0"/>
          <a:stretch/>
        </p:blipFill>
        <p:spPr>
          <a:xfrm>
            <a:off x="8603260" y="10371084"/>
            <a:ext cx="725048" cy="644818"/>
          </a:xfrm>
          <a:prstGeom prst="rect">
            <a:avLst/>
          </a:prstGeom>
          <a:noFill/>
          <a:ln>
            <a:noFill/>
          </a:ln>
        </p:spPr>
      </p:pic>
      <p:pic>
        <p:nvPicPr>
          <p:cNvPr id="149" name="Google Shape;149;p24"/>
          <p:cNvPicPr preferRelativeResize="0"/>
          <p:nvPr/>
        </p:nvPicPr>
        <p:blipFill rotWithShape="1">
          <a:blip r:embed="rId8">
            <a:alphaModFix/>
          </a:blip>
          <a:srcRect b="1" l="0" r="0" t="3577"/>
          <a:stretch/>
        </p:blipFill>
        <p:spPr>
          <a:xfrm>
            <a:off x="950279" y="247408"/>
            <a:ext cx="1544896" cy="1790769"/>
          </a:xfrm>
          <a:prstGeom prst="rect">
            <a:avLst/>
          </a:prstGeom>
          <a:noFill/>
          <a:ln>
            <a:noFill/>
          </a:ln>
        </p:spPr>
      </p:pic>
      <p:pic>
        <p:nvPicPr>
          <p:cNvPr id="150" name="Google Shape;150;p24"/>
          <p:cNvPicPr preferRelativeResize="0"/>
          <p:nvPr/>
        </p:nvPicPr>
        <p:blipFill rotWithShape="1">
          <a:blip r:embed="rId9">
            <a:alphaModFix/>
          </a:blip>
          <a:srcRect b="17650" l="23446" r="21369" t="19056"/>
          <a:stretch/>
        </p:blipFill>
        <p:spPr>
          <a:xfrm>
            <a:off x="3948813" y="183731"/>
            <a:ext cx="1730498" cy="1984708"/>
          </a:xfrm>
          <a:prstGeom prst="rect">
            <a:avLst/>
          </a:prstGeom>
          <a:noFill/>
          <a:ln>
            <a:noFill/>
          </a:ln>
        </p:spPr>
      </p:pic>
      <p:pic>
        <p:nvPicPr>
          <p:cNvPr id="151" name="Google Shape;151;p24"/>
          <p:cNvPicPr preferRelativeResize="0"/>
          <p:nvPr/>
        </p:nvPicPr>
        <p:blipFill rotWithShape="1">
          <a:blip r:embed="rId10">
            <a:alphaModFix/>
          </a:blip>
          <a:srcRect b="7967" l="2343" r="48750" t="9476"/>
          <a:stretch/>
        </p:blipFill>
        <p:spPr>
          <a:xfrm>
            <a:off x="10423253" y="278092"/>
            <a:ext cx="963501" cy="1626397"/>
          </a:xfrm>
          <a:prstGeom prst="rect">
            <a:avLst/>
          </a:prstGeom>
          <a:noFill/>
          <a:ln>
            <a:noFill/>
          </a:ln>
        </p:spPr>
      </p:pic>
      <p:pic>
        <p:nvPicPr>
          <p:cNvPr descr="Ver las imágenes de origen" id="152" name="Google Shape;152;p24"/>
          <p:cNvPicPr preferRelativeResize="0"/>
          <p:nvPr/>
        </p:nvPicPr>
        <p:blipFill rotWithShape="1">
          <a:blip r:embed="rId11">
            <a:alphaModFix/>
          </a:blip>
          <a:srcRect b="5714" l="4766" r="5709" t="5487"/>
          <a:stretch/>
        </p:blipFill>
        <p:spPr>
          <a:xfrm>
            <a:off x="4734049" y="4979560"/>
            <a:ext cx="2724935" cy="1738852"/>
          </a:xfrm>
          <a:prstGeom prst="rect">
            <a:avLst/>
          </a:prstGeom>
          <a:noFill/>
          <a:ln>
            <a:noFill/>
          </a:ln>
        </p:spPr>
      </p:pic>
      <p:pic>
        <p:nvPicPr>
          <p:cNvPr descr="Ver las imágenes de origen" id="153" name="Google Shape;153;p24"/>
          <p:cNvPicPr preferRelativeResize="0"/>
          <p:nvPr/>
        </p:nvPicPr>
        <p:blipFill rotWithShape="1">
          <a:blip r:embed="rId12">
            <a:alphaModFix/>
          </a:blip>
          <a:srcRect b="0" l="0" r="0" t="11924"/>
          <a:stretch/>
        </p:blipFill>
        <p:spPr>
          <a:xfrm>
            <a:off x="8998698" y="5041470"/>
            <a:ext cx="2552439" cy="1605248"/>
          </a:xfrm>
          <a:prstGeom prst="rect">
            <a:avLst/>
          </a:prstGeom>
          <a:noFill/>
          <a:ln>
            <a:noFill/>
          </a:ln>
        </p:spPr>
      </p:pic>
      <p:pic>
        <p:nvPicPr>
          <p:cNvPr id="154" name="Google Shape;154;p24"/>
          <p:cNvPicPr preferRelativeResize="0"/>
          <p:nvPr/>
        </p:nvPicPr>
        <p:blipFill rotWithShape="1">
          <a:blip r:embed="rId13">
            <a:alphaModFix/>
          </a:blip>
          <a:srcRect b="0" l="0" r="0" t="0"/>
          <a:stretch/>
        </p:blipFill>
        <p:spPr>
          <a:xfrm>
            <a:off x="10976080" y="9547075"/>
            <a:ext cx="895350" cy="764323"/>
          </a:xfrm>
          <a:prstGeom prst="rect">
            <a:avLst/>
          </a:prstGeom>
          <a:noFill/>
          <a:ln>
            <a:noFill/>
          </a:ln>
        </p:spPr>
      </p:pic>
      <p:pic>
        <p:nvPicPr>
          <p:cNvPr id="155" name="Google Shape;155;p24"/>
          <p:cNvPicPr preferRelativeResize="0"/>
          <p:nvPr/>
        </p:nvPicPr>
        <p:blipFill rotWithShape="1">
          <a:blip r:embed="rId14">
            <a:alphaModFix/>
          </a:blip>
          <a:srcRect b="0" l="0" r="0" t="3584"/>
          <a:stretch/>
        </p:blipFill>
        <p:spPr>
          <a:xfrm>
            <a:off x="10874429" y="8681585"/>
            <a:ext cx="1089315" cy="787700"/>
          </a:xfrm>
          <a:prstGeom prst="rect">
            <a:avLst/>
          </a:prstGeom>
          <a:noFill/>
          <a:ln>
            <a:noFill/>
          </a:ln>
        </p:spPr>
      </p:pic>
      <p:pic>
        <p:nvPicPr>
          <p:cNvPr id="156" name="Google Shape;156;p24"/>
          <p:cNvPicPr preferRelativeResize="0"/>
          <p:nvPr/>
        </p:nvPicPr>
        <p:blipFill rotWithShape="1">
          <a:blip r:embed="rId15">
            <a:alphaModFix/>
          </a:blip>
          <a:srcRect b="0" l="0" r="0" t="0"/>
          <a:stretch/>
        </p:blipFill>
        <p:spPr>
          <a:xfrm>
            <a:off x="6801354" y="455489"/>
            <a:ext cx="2651559" cy="1309207"/>
          </a:xfrm>
          <a:prstGeom prst="rect">
            <a:avLst/>
          </a:prstGeom>
          <a:noFill/>
          <a:ln>
            <a:noFill/>
          </a:ln>
        </p:spPr>
      </p:pic>
      <p:pic>
        <p:nvPicPr>
          <p:cNvPr descr="Ver las imágenes de origen" id="157" name="Google Shape;157;p24"/>
          <p:cNvPicPr preferRelativeResize="0"/>
          <p:nvPr/>
        </p:nvPicPr>
        <p:blipFill rotWithShape="1">
          <a:blip r:embed="rId16">
            <a:alphaModFix/>
          </a:blip>
          <a:srcRect b="7534" l="28992" r="29375" t="7254"/>
          <a:stretch/>
        </p:blipFill>
        <p:spPr>
          <a:xfrm>
            <a:off x="12371164" y="9555837"/>
            <a:ext cx="600321" cy="736204"/>
          </a:xfrm>
          <a:prstGeom prst="rect">
            <a:avLst/>
          </a:prstGeom>
          <a:noFill/>
          <a:ln>
            <a:noFill/>
          </a:ln>
        </p:spPr>
      </p:pic>
      <p:pic>
        <p:nvPicPr>
          <p:cNvPr descr="Ver las imágenes de origen" id="158" name="Google Shape;158;p24"/>
          <p:cNvPicPr preferRelativeResize="0"/>
          <p:nvPr/>
        </p:nvPicPr>
        <p:blipFill rotWithShape="1">
          <a:blip r:embed="rId17">
            <a:alphaModFix/>
          </a:blip>
          <a:srcRect b="23417" l="11102" r="11851" t="22602"/>
          <a:stretch/>
        </p:blipFill>
        <p:spPr>
          <a:xfrm>
            <a:off x="12089506" y="8681585"/>
            <a:ext cx="1163638" cy="815273"/>
          </a:xfrm>
          <a:prstGeom prst="rect">
            <a:avLst/>
          </a:prstGeom>
          <a:noFill/>
          <a:ln>
            <a:noFill/>
          </a:ln>
        </p:spPr>
      </p:pic>
      <p:pic>
        <p:nvPicPr>
          <p:cNvPr descr="Ver las imágenes de origen" id="159" name="Google Shape;159;p24"/>
          <p:cNvPicPr preferRelativeResize="0"/>
          <p:nvPr/>
        </p:nvPicPr>
        <p:blipFill rotWithShape="1">
          <a:blip r:embed="rId18">
            <a:alphaModFix/>
          </a:blip>
          <a:srcRect b="16024" l="6768" r="8513" t="15615"/>
          <a:stretch/>
        </p:blipFill>
        <p:spPr>
          <a:xfrm>
            <a:off x="757364" y="4995581"/>
            <a:ext cx="2067152" cy="1668083"/>
          </a:xfrm>
          <a:prstGeom prst="rect">
            <a:avLst/>
          </a:prstGeom>
          <a:noFill/>
          <a:ln>
            <a:noFill/>
          </a:ln>
        </p:spPr>
      </p:pic>
      <p:pic>
        <p:nvPicPr>
          <p:cNvPr id="160" name="Google Shape;160;p24"/>
          <p:cNvPicPr preferRelativeResize="0"/>
          <p:nvPr/>
        </p:nvPicPr>
        <p:blipFill rotWithShape="1">
          <a:blip r:embed="rId19">
            <a:alphaModFix/>
          </a:blip>
          <a:srcRect b="33129" l="0" r="0" t="32799"/>
          <a:stretch/>
        </p:blipFill>
        <p:spPr>
          <a:xfrm>
            <a:off x="14715945" y="8102043"/>
            <a:ext cx="2243310" cy="764323"/>
          </a:xfrm>
          <a:prstGeom prst="rect">
            <a:avLst/>
          </a:prstGeom>
          <a:noFill/>
          <a:ln>
            <a:noFill/>
          </a:ln>
        </p:spPr>
      </p:pic>
      <p:pic>
        <p:nvPicPr>
          <p:cNvPr descr="80920-21: OMNI 3000, OMNI 4000, OMNI 6000, OMNI 7000 Контроллеры  измерительно-вычислительные - Производители, поставщики и поверители" id="161" name="Google Shape;161;p24"/>
          <p:cNvPicPr preferRelativeResize="0"/>
          <p:nvPr/>
        </p:nvPicPr>
        <p:blipFill rotWithShape="1">
          <a:blip r:embed="rId20">
            <a:alphaModFix/>
          </a:blip>
          <a:srcRect b="0" l="0" r="0" t="0"/>
          <a:stretch/>
        </p:blipFill>
        <p:spPr>
          <a:xfrm>
            <a:off x="13608972" y="9657937"/>
            <a:ext cx="425038" cy="737018"/>
          </a:xfrm>
          <a:prstGeom prst="rect">
            <a:avLst/>
          </a:prstGeom>
          <a:noFill/>
          <a:ln>
            <a:noFill/>
          </a:ln>
        </p:spPr>
      </p:pic>
      <p:pic>
        <p:nvPicPr>
          <p:cNvPr id="162" name="Google Shape;162;p24"/>
          <p:cNvPicPr preferRelativeResize="0"/>
          <p:nvPr/>
        </p:nvPicPr>
        <p:blipFill rotWithShape="1">
          <a:blip r:embed="rId21">
            <a:alphaModFix/>
          </a:blip>
          <a:srcRect b="0" l="0" r="0" t="0"/>
          <a:stretch/>
        </p:blipFill>
        <p:spPr>
          <a:xfrm>
            <a:off x="484422" y="8311446"/>
            <a:ext cx="2040332" cy="2464830"/>
          </a:xfrm>
          <a:prstGeom prst="rect">
            <a:avLst/>
          </a:prstGeom>
          <a:noFill/>
          <a:ln>
            <a:noFill/>
          </a:ln>
        </p:spPr>
      </p:pic>
      <p:pic>
        <p:nvPicPr>
          <p:cNvPr id="163" name="Google Shape;163;p24"/>
          <p:cNvPicPr preferRelativeResize="0"/>
          <p:nvPr/>
        </p:nvPicPr>
        <p:blipFill rotWithShape="1">
          <a:blip r:embed="rId22">
            <a:alphaModFix/>
          </a:blip>
          <a:srcRect b="0" l="2726" r="6391" t="11995"/>
          <a:stretch/>
        </p:blipFill>
        <p:spPr>
          <a:xfrm>
            <a:off x="3497170" y="7701936"/>
            <a:ext cx="3670300" cy="5029505"/>
          </a:xfrm>
          <a:prstGeom prst="rect">
            <a:avLst/>
          </a:prstGeom>
          <a:noFill/>
          <a:ln>
            <a:noFill/>
          </a:ln>
        </p:spPr>
      </p:pic>
      <p:sp>
        <p:nvSpPr>
          <p:cNvPr id="164" name="Google Shape;164;p24"/>
          <p:cNvSpPr txBox="1"/>
          <p:nvPr/>
        </p:nvSpPr>
        <p:spPr>
          <a:xfrm>
            <a:off x="-6007759" y="6396496"/>
            <a:ext cx="40386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rgbClr val="000000"/>
                </a:solidFill>
                <a:latin typeface="Arial"/>
                <a:ea typeface="Arial"/>
                <a:cs typeface="Arial"/>
                <a:sym typeface="Arial"/>
                <a:hlinkClick r:id="rId23">
                  <a:extLst>
                    <a:ext uri="{A12FA001-AC4F-418D-AE19-62706E023703}">
                      <ahyp:hlinkClr val="tx"/>
                    </a:ext>
                  </a:extLst>
                </a:hlinkClick>
              </a:rPr>
              <a:t>Esta foto</a:t>
            </a:r>
            <a:r>
              <a:rPr b="0" i="0" lang="en-US" sz="900" u="none" cap="none" strike="noStrike">
                <a:solidFill>
                  <a:srgbClr val="000000"/>
                </a:solidFill>
                <a:latin typeface="Arial"/>
                <a:ea typeface="Arial"/>
                <a:cs typeface="Arial"/>
                <a:sym typeface="Arial"/>
              </a:rPr>
              <a:t> de Autor desconocido está bajo licencia </a:t>
            </a:r>
            <a:r>
              <a:rPr b="0" i="0" lang="en-US" sz="900" u="sng" cap="none" strike="noStrike">
                <a:solidFill>
                  <a:srgbClr val="000000"/>
                </a:solidFill>
                <a:latin typeface="Arial"/>
                <a:ea typeface="Arial"/>
                <a:cs typeface="Arial"/>
                <a:sym typeface="Arial"/>
                <a:hlinkClick r:id="rId24">
                  <a:extLst>
                    <a:ext uri="{A12FA001-AC4F-418D-AE19-62706E023703}">
                      <ahyp:hlinkClr val="tx"/>
                    </a:ext>
                  </a:extLst>
                </a:hlinkClick>
              </a:rPr>
              <a:t>CC BY-SA</a:t>
            </a:r>
            <a:endParaRPr b="0" i="0" sz="900" u="none" cap="none" strike="noStrike">
              <a:solidFill>
                <a:srgbClr val="000000"/>
              </a:solidFill>
              <a:latin typeface="Arial"/>
              <a:ea typeface="Arial"/>
              <a:cs typeface="Arial"/>
              <a:sym typeface="Arial"/>
            </a:endParaRPr>
          </a:p>
        </p:txBody>
      </p:sp>
      <p:pic>
        <p:nvPicPr>
          <p:cNvPr descr="Speed Vollgas GIF by Aral AG" id="165" name="Google Shape;165;p24"/>
          <p:cNvPicPr preferRelativeResize="0"/>
          <p:nvPr/>
        </p:nvPicPr>
        <p:blipFill rotWithShape="1">
          <a:blip r:embed="rId25">
            <a:alphaModFix/>
          </a:blip>
          <a:srcRect b="11921" l="11940" r="11270" t="11202"/>
          <a:stretch/>
        </p:blipFill>
        <p:spPr>
          <a:xfrm>
            <a:off x="-2260096" y="-931896"/>
            <a:ext cx="1050070" cy="1051228"/>
          </a:xfrm>
          <a:prstGeom prst="ellipse">
            <a:avLst/>
          </a:prstGeom>
          <a:noFill/>
          <a:ln>
            <a:noFill/>
          </a:ln>
        </p:spPr>
      </p:pic>
      <p:pic>
        <p:nvPicPr>
          <p:cNvPr id="166" name="Google Shape;166;p24"/>
          <p:cNvPicPr preferRelativeResize="0"/>
          <p:nvPr/>
        </p:nvPicPr>
        <p:blipFill rotWithShape="1">
          <a:blip r:embed="rId26">
            <a:alphaModFix/>
          </a:blip>
          <a:srcRect b="0" l="0" r="0" t="0"/>
          <a:stretch/>
        </p:blipFill>
        <p:spPr>
          <a:xfrm>
            <a:off x="-11227635" y="-5820111"/>
            <a:ext cx="7967965" cy="5413829"/>
          </a:xfrm>
          <a:prstGeom prst="rect">
            <a:avLst/>
          </a:prstGeom>
          <a:noFill/>
          <a:ln>
            <a:noFill/>
          </a:ln>
        </p:spPr>
      </p:pic>
      <p:sp>
        <p:nvSpPr>
          <p:cNvPr id="167" name="Google Shape;167;p24"/>
          <p:cNvSpPr txBox="1"/>
          <p:nvPr/>
        </p:nvSpPr>
        <p:spPr>
          <a:xfrm>
            <a:off x="-8555300" y="2168439"/>
            <a:ext cx="400570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Calibri"/>
                <a:ea typeface="Calibri"/>
                <a:cs typeface="Calibri"/>
                <a:sym typeface="Calibri"/>
              </a:rPr>
              <a:t>INSTRUMENTACIÓN</a:t>
            </a:r>
            <a:endParaRPr b="0" i="0" sz="1400" u="none" cap="none" strike="noStrike">
              <a:solidFill>
                <a:srgbClr val="000000"/>
              </a:solidFill>
              <a:latin typeface="Arial"/>
              <a:ea typeface="Arial"/>
              <a:cs typeface="Arial"/>
              <a:sym typeface="Arial"/>
            </a:endParaRPr>
          </a:p>
        </p:txBody>
      </p:sp>
      <p:sp>
        <p:nvSpPr>
          <p:cNvPr id="168" name="Google Shape;168;p24"/>
          <p:cNvSpPr txBox="1"/>
          <p:nvPr/>
        </p:nvSpPr>
        <p:spPr>
          <a:xfrm>
            <a:off x="3848741" y="3136612"/>
            <a:ext cx="4494518"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2E75B5"/>
                </a:solidFill>
                <a:latin typeface="Calibri"/>
                <a:ea typeface="Calibri"/>
                <a:cs typeface="Calibri"/>
                <a:sym typeface="Calibri"/>
              </a:rPr>
              <a:t>CONTROL VOLUMÉTRICO</a:t>
            </a:r>
            <a:endParaRPr b="0" i="0" sz="1400" u="none" cap="none" strike="noStrike">
              <a:solidFill>
                <a:srgbClr val="000000"/>
              </a:solidFill>
              <a:latin typeface="Arial"/>
              <a:ea typeface="Arial"/>
              <a:cs typeface="Arial"/>
              <a:sym typeface="Arial"/>
            </a:endParaRPr>
          </a:p>
        </p:txBody>
      </p:sp>
      <p:sp>
        <p:nvSpPr>
          <p:cNvPr id="169" name="Google Shape;169;p24"/>
          <p:cNvSpPr txBox="1"/>
          <p:nvPr/>
        </p:nvSpPr>
        <p:spPr>
          <a:xfrm>
            <a:off x="532027" y="2054198"/>
            <a:ext cx="235192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Carga y Descarga</a:t>
            </a:r>
            <a:endParaRPr b="0" i="0" sz="1400" u="none" cap="none" strike="noStrike">
              <a:solidFill>
                <a:srgbClr val="000000"/>
              </a:solidFill>
              <a:latin typeface="Arial"/>
              <a:ea typeface="Arial"/>
              <a:cs typeface="Arial"/>
              <a:sym typeface="Arial"/>
            </a:endParaRPr>
          </a:p>
        </p:txBody>
      </p:sp>
      <p:sp>
        <p:nvSpPr>
          <p:cNvPr id="170" name="Google Shape;170;p24"/>
          <p:cNvSpPr txBox="1"/>
          <p:nvPr/>
        </p:nvSpPr>
        <p:spPr>
          <a:xfrm>
            <a:off x="3805612" y="2152893"/>
            <a:ext cx="20168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Tele-Medición</a:t>
            </a:r>
            <a:endParaRPr b="0" i="0" sz="1400" u="none" cap="none" strike="noStrike">
              <a:solidFill>
                <a:srgbClr val="000000"/>
              </a:solidFill>
              <a:latin typeface="Arial"/>
              <a:ea typeface="Arial"/>
              <a:cs typeface="Arial"/>
              <a:sym typeface="Arial"/>
            </a:endParaRPr>
          </a:p>
        </p:txBody>
      </p:sp>
      <p:sp>
        <p:nvSpPr>
          <p:cNvPr id="171" name="Google Shape;171;p24"/>
          <p:cNvSpPr txBox="1"/>
          <p:nvPr/>
        </p:nvSpPr>
        <p:spPr>
          <a:xfrm>
            <a:off x="7751990" y="1734131"/>
            <a:ext cx="121379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Bombas</a:t>
            </a:r>
            <a:endParaRPr b="0" i="0" sz="1400" u="none" cap="none" strike="noStrike">
              <a:solidFill>
                <a:srgbClr val="000000"/>
              </a:solidFill>
              <a:latin typeface="Arial"/>
              <a:ea typeface="Arial"/>
              <a:cs typeface="Arial"/>
              <a:sym typeface="Arial"/>
            </a:endParaRPr>
          </a:p>
        </p:txBody>
      </p:sp>
      <p:sp>
        <p:nvSpPr>
          <p:cNvPr id="172" name="Google Shape;172;p24"/>
          <p:cNvSpPr txBox="1"/>
          <p:nvPr/>
        </p:nvSpPr>
        <p:spPr>
          <a:xfrm>
            <a:off x="10274917" y="1928323"/>
            <a:ext cx="1314523" cy="878895"/>
          </a:xfrm>
          <a:prstGeom prst="rect">
            <a:avLst/>
          </a:prstGeom>
          <a:noFill/>
          <a:ln>
            <a:noFill/>
          </a:ln>
        </p:spPr>
        <p:txBody>
          <a:bodyPr anchorCtr="0" anchor="t" bIns="45700" lIns="91425" spcFirstLastPara="1" rIns="91425" wrap="square" tIns="45700">
            <a:spAutoFit/>
          </a:bodyPr>
          <a:lstStyle/>
          <a:p>
            <a:pPr indent="0" lvl="0" marL="0" marR="0" rtl="0" algn="ctr">
              <a:lnSpc>
                <a:spcPct val="83333"/>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Control de Accesos</a:t>
            </a:r>
            <a:endParaRPr b="0" i="0" sz="1400" u="none" cap="none" strike="noStrike">
              <a:solidFill>
                <a:srgbClr val="000000"/>
              </a:solidFill>
              <a:latin typeface="Arial"/>
              <a:ea typeface="Arial"/>
              <a:cs typeface="Arial"/>
              <a:sym typeface="Arial"/>
            </a:endParaRPr>
          </a:p>
        </p:txBody>
      </p:sp>
      <p:sp>
        <p:nvSpPr>
          <p:cNvPr id="173" name="Google Shape;173;p24"/>
          <p:cNvSpPr txBox="1"/>
          <p:nvPr/>
        </p:nvSpPr>
        <p:spPr>
          <a:xfrm>
            <a:off x="460625" y="4613626"/>
            <a:ext cx="2944085" cy="365934"/>
          </a:xfrm>
          <a:prstGeom prst="rect">
            <a:avLst/>
          </a:prstGeom>
          <a:noFill/>
          <a:ln>
            <a:noFill/>
          </a:ln>
        </p:spPr>
        <p:txBody>
          <a:bodyPr anchorCtr="0" anchor="t" bIns="45700" lIns="91425" spcFirstLastPara="1" rIns="91425" wrap="square" tIns="45700">
            <a:spAutoFit/>
          </a:bodyPr>
          <a:lstStyle/>
          <a:p>
            <a:pPr indent="0" lvl="0" marL="0" marR="0" rtl="0" algn="ctr">
              <a:lnSpc>
                <a:spcPct val="83333"/>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Válvulas Automáticas</a:t>
            </a:r>
            <a:endParaRPr b="0" i="0" sz="1400" u="none" cap="none" strike="noStrike">
              <a:solidFill>
                <a:srgbClr val="000000"/>
              </a:solidFill>
              <a:latin typeface="Arial"/>
              <a:ea typeface="Arial"/>
              <a:cs typeface="Arial"/>
              <a:sym typeface="Arial"/>
            </a:endParaRPr>
          </a:p>
        </p:txBody>
      </p:sp>
      <p:sp>
        <p:nvSpPr>
          <p:cNvPr id="174" name="Google Shape;174;p24"/>
          <p:cNvSpPr txBox="1"/>
          <p:nvPr/>
        </p:nvSpPr>
        <p:spPr>
          <a:xfrm>
            <a:off x="5439254" y="4613626"/>
            <a:ext cx="1314523" cy="365934"/>
          </a:xfrm>
          <a:prstGeom prst="rect">
            <a:avLst/>
          </a:prstGeom>
          <a:noFill/>
          <a:ln>
            <a:noFill/>
          </a:ln>
        </p:spPr>
        <p:txBody>
          <a:bodyPr anchorCtr="0" anchor="t" bIns="45700" lIns="91425" spcFirstLastPara="1" rIns="91425" wrap="square" tIns="45700">
            <a:spAutoFit/>
          </a:bodyPr>
          <a:lstStyle/>
          <a:p>
            <a:pPr indent="0" lvl="0" marL="0" marR="0" rtl="0" algn="ctr">
              <a:lnSpc>
                <a:spcPct val="83333"/>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Básculas</a:t>
            </a:r>
            <a:endParaRPr b="0" i="0" sz="1400" u="none" cap="none" strike="noStrike">
              <a:solidFill>
                <a:srgbClr val="000000"/>
              </a:solidFill>
              <a:latin typeface="Arial"/>
              <a:ea typeface="Arial"/>
              <a:cs typeface="Arial"/>
              <a:sym typeface="Arial"/>
            </a:endParaRPr>
          </a:p>
        </p:txBody>
      </p:sp>
      <p:sp>
        <p:nvSpPr>
          <p:cNvPr id="175" name="Google Shape;175;p24"/>
          <p:cNvSpPr txBox="1"/>
          <p:nvPr/>
        </p:nvSpPr>
        <p:spPr>
          <a:xfrm>
            <a:off x="9435095" y="4588842"/>
            <a:ext cx="1851738" cy="365934"/>
          </a:xfrm>
          <a:prstGeom prst="rect">
            <a:avLst/>
          </a:prstGeom>
          <a:noFill/>
          <a:ln>
            <a:noFill/>
          </a:ln>
        </p:spPr>
        <p:txBody>
          <a:bodyPr anchorCtr="0" anchor="t" bIns="45700" lIns="91425" spcFirstLastPara="1" rIns="91425" wrap="square" tIns="45700">
            <a:spAutoFit/>
          </a:bodyPr>
          <a:lstStyle/>
          <a:p>
            <a:pPr indent="0" lvl="0" marL="0" marR="0" rtl="0" algn="ctr">
              <a:lnSpc>
                <a:spcPct val="83333"/>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Poliducto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14:dur="800">
    <p:circl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2000"/>
                                        <p:tgtEl>
                                          <p:spTgt spid="16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g12f782f8e9d_0_0"/>
          <p:cNvPicPr preferRelativeResize="0"/>
          <p:nvPr/>
        </p:nvPicPr>
        <p:blipFill rotWithShape="1">
          <a:blip r:embed="rId3">
            <a:alphaModFix/>
          </a:blip>
          <a:srcRect b="0" l="0" r="0" t="0"/>
          <a:stretch/>
        </p:blipFill>
        <p:spPr>
          <a:xfrm>
            <a:off x="152400" y="152400"/>
            <a:ext cx="7000875" cy="1209675"/>
          </a:xfrm>
          <a:prstGeom prst="rect">
            <a:avLst/>
          </a:prstGeom>
          <a:noFill/>
          <a:ln>
            <a:noFill/>
          </a:ln>
        </p:spPr>
      </p:pic>
      <p:pic>
        <p:nvPicPr>
          <p:cNvPr id="182" name="Google Shape;182;g12f782f8e9d_0_0"/>
          <p:cNvPicPr preferRelativeResize="0"/>
          <p:nvPr/>
        </p:nvPicPr>
        <p:blipFill rotWithShape="1">
          <a:blip r:embed="rId4">
            <a:alphaModFix/>
          </a:blip>
          <a:srcRect b="0" l="0" r="0" t="0"/>
          <a:stretch/>
        </p:blipFill>
        <p:spPr>
          <a:xfrm>
            <a:off x="152400" y="1514475"/>
            <a:ext cx="4562475" cy="3800475"/>
          </a:xfrm>
          <a:prstGeom prst="rect">
            <a:avLst/>
          </a:prstGeom>
          <a:noFill/>
          <a:ln>
            <a:noFill/>
          </a:ln>
        </p:spPr>
      </p:pic>
      <p:pic>
        <p:nvPicPr>
          <p:cNvPr id="183" name="Google Shape;183;g12f782f8e9d_0_0"/>
          <p:cNvPicPr preferRelativeResize="0"/>
          <p:nvPr/>
        </p:nvPicPr>
        <p:blipFill rotWithShape="1">
          <a:blip r:embed="rId5">
            <a:alphaModFix/>
          </a:blip>
          <a:srcRect b="0" l="0" r="0" t="0"/>
          <a:stretch/>
        </p:blipFill>
        <p:spPr>
          <a:xfrm>
            <a:off x="4886400" y="1667525"/>
            <a:ext cx="6286500" cy="3362325"/>
          </a:xfrm>
          <a:prstGeom prst="rect">
            <a:avLst/>
          </a:prstGeom>
          <a:noFill/>
          <a:ln>
            <a:noFill/>
          </a:ln>
        </p:spPr>
      </p:pic>
      <p:pic>
        <p:nvPicPr>
          <p:cNvPr id="184" name="Google Shape;184;g12f782f8e9d_0_0"/>
          <p:cNvPicPr preferRelativeResize="0"/>
          <p:nvPr/>
        </p:nvPicPr>
        <p:blipFill rotWithShape="1">
          <a:blip r:embed="rId6">
            <a:alphaModFix/>
          </a:blip>
          <a:srcRect b="0" l="0" r="0" t="0"/>
          <a:stretch/>
        </p:blipFill>
        <p:spPr>
          <a:xfrm>
            <a:off x="5544763" y="4983525"/>
            <a:ext cx="3971925" cy="2400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g12f782f8e9d_0_10"/>
          <p:cNvPicPr preferRelativeResize="0"/>
          <p:nvPr/>
        </p:nvPicPr>
        <p:blipFill rotWithShape="1">
          <a:blip r:embed="rId3">
            <a:alphaModFix/>
          </a:blip>
          <a:srcRect b="0" l="0" r="0" t="0"/>
          <a:stretch/>
        </p:blipFill>
        <p:spPr>
          <a:xfrm>
            <a:off x="1" y="0"/>
            <a:ext cx="6141699" cy="3445755"/>
          </a:xfrm>
          <a:prstGeom prst="rect">
            <a:avLst/>
          </a:prstGeom>
          <a:noFill/>
          <a:ln>
            <a:noFill/>
          </a:ln>
        </p:spPr>
      </p:pic>
      <p:pic>
        <p:nvPicPr>
          <p:cNvPr id="191" name="Google Shape;191;g12f782f8e9d_0_10"/>
          <p:cNvPicPr preferRelativeResize="0"/>
          <p:nvPr/>
        </p:nvPicPr>
        <p:blipFill rotWithShape="1">
          <a:blip r:embed="rId4">
            <a:alphaModFix/>
          </a:blip>
          <a:srcRect b="0" l="0" r="0" t="0"/>
          <a:stretch/>
        </p:blipFill>
        <p:spPr>
          <a:xfrm>
            <a:off x="6262071" y="0"/>
            <a:ext cx="5984028" cy="3274435"/>
          </a:xfrm>
          <a:prstGeom prst="rect">
            <a:avLst/>
          </a:prstGeom>
          <a:noFill/>
          <a:ln>
            <a:noFill/>
          </a:ln>
        </p:spPr>
      </p:pic>
      <p:pic>
        <p:nvPicPr>
          <p:cNvPr id="192" name="Google Shape;192;g12f782f8e9d_0_10"/>
          <p:cNvPicPr preferRelativeResize="0"/>
          <p:nvPr/>
        </p:nvPicPr>
        <p:blipFill rotWithShape="1">
          <a:blip r:embed="rId5">
            <a:alphaModFix/>
          </a:blip>
          <a:srcRect b="0" l="0" r="0" t="0"/>
          <a:stretch/>
        </p:blipFill>
        <p:spPr>
          <a:xfrm>
            <a:off x="0" y="3500665"/>
            <a:ext cx="6141687" cy="3274435"/>
          </a:xfrm>
          <a:prstGeom prst="rect">
            <a:avLst/>
          </a:prstGeom>
          <a:noFill/>
          <a:ln>
            <a:noFill/>
          </a:ln>
        </p:spPr>
      </p:pic>
      <p:pic>
        <p:nvPicPr>
          <p:cNvPr id="193" name="Google Shape;193;g12f782f8e9d_0_10"/>
          <p:cNvPicPr preferRelativeResize="0"/>
          <p:nvPr/>
        </p:nvPicPr>
        <p:blipFill rotWithShape="1">
          <a:blip r:embed="rId6">
            <a:alphaModFix/>
          </a:blip>
          <a:srcRect b="0" l="0" r="0" t="0"/>
          <a:stretch/>
        </p:blipFill>
        <p:spPr>
          <a:xfrm>
            <a:off x="4562862" y="5884155"/>
            <a:ext cx="5745513" cy="2996888"/>
          </a:xfrm>
          <a:prstGeom prst="rect">
            <a:avLst/>
          </a:prstGeom>
          <a:noFill/>
          <a:ln>
            <a:noFill/>
          </a:ln>
        </p:spPr>
      </p:pic>
      <p:sp>
        <p:nvSpPr>
          <p:cNvPr id="194" name="Google Shape;194;g12f782f8e9d_0_10"/>
          <p:cNvSpPr txBox="1"/>
          <p:nvPr/>
        </p:nvSpPr>
        <p:spPr>
          <a:xfrm>
            <a:off x="6262075" y="3517288"/>
            <a:ext cx="4075800" cy="2124000"/>
          </a:xfrm>
          <a:prstGeom prst="rect">
            <a:avLst/>
          </a:prstGeom>
          <a:noFill/>
          <a:ln>
            <a:noFill/>
          </a:ln>
        </p:spPr>
        <p:txBody>
          <a:bodyPr anchorCtr="0" anchor="t" bIns="45700" lIns="91425" spcFirstLastPara="1" rIns="91425" wrap="square" tIns="45700">
            <a:spAutoFit/>
          </a:bodyPr>
          <a:lstStyle/>
          <a:p>
            <a:pPr indent="-214311" lvl="0" marL="214311" marR="0" rtl="0" algn="l">
              <a:lnSpc>
                <a:spcPct val="10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Exploración y Extracción de Hidrocarburos.</a:t>
            </a:r>
            <a:endParaRPr b="1" i="0" sz="1200" u="none" cap="none" strike="noStrike">
              <a:solidFill>
                <a:srgbClr val="000000"/>
              </a:solidFill>
              <a:latin typeface="Arial"/>
              <a:ea typeface="Arial"/>
              <a:cs typeface="Arial"/>
              <a:sym typeface="Arial"/>
            </a:endParaRPr>
          </a:p>
          <a:p>
            <a:pPr indent="-214311" lvl="0" marL="214311" marR="0" rtl="0" algn="l">
              <a:lnSpc>
                <a:spcPct val="10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Tratado o Refinación de Petróleo.</a:t>
            </a:r>
            <a:endParaRPr b="1" i="0" sz="1200" u="none" cap="none" strike="noStrike">
              <a:solidFill>
                <a:srgbClr val="000000"/>
              </a:solidFill>
              <a:latin typeface="Arial"/>
              <a:ea typeface="Arial"/>
              <a:cs typeface="Arial"/>
              <a:sym typeface="Arial"/>
            </a:endParaRPr>
          </a:p>
          <a:p>
            <a:pPr indent="-214311" lvl="0" marL="214311" marR="0" rtl="0" algn="l">
              <a:lnSpc>
                <a:spcPct val="10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Proceso de Gas Natural y sus Condensados.</a:t>
            </a:r>
            <a:endParaRPr b="1" i="0" sz="1400" u="none" cap="none" strike="noStrike">
              <a:solidFill>
                <a:srgbClr val="000000"/>
              </a:solidFill>
              <a:latin typeface="Arial"/>
              <a:ea typeface="Arial"/>
              <a:cs typeface="Arial"/>
              <a:sym typeface="Arial"/>
            </a:endParaRPr>
          </a:p>
          <a:p>
            <a:pPr indent="-214311" lvl="0" marL="214311" marR="0" rtl="0" algn="l">
              <a:lnSpc>
                <a:spcPct val="10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Compresión, Descompresión, Licuefacción o Regasificación de Gas Natural.</a:t>
            </a:r>
            <a:endParaRPr b="1" i="0" sz="1400" u="none" cap="none" strike="noStrike">
              <a:solidFill>
                <a:srgbClr val="000000"/>
              </a:solidFill>
              <a:latin typeface="Arial"/>
              <a:ea typeface="Arial"/>
              <a:cs typeface="Arial"/>
              <a:sym typeface="Arial"/>
            </a:endParaRPr>
          </a:p>
          <a:p>
            <a:pPr indent="-214311" lvl="0" marL="214311" marR="0" rtl="0" algn="l">
              <a:lnSpc>
                <a:spcPct val="10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Transporte de Hidrocarburos o Petrolíferos.</a:t>
            </a:r>
            <a:endParaRPr b="1" i="0" sz="1200" u="none" cap="none" strike="noStrike">
              <a:solidFill>
                <a:srgbClr val="000000"/>
              </a:solidFill>
              <a:latin typeface="Arial"/>
              <a:ea typeface="Arial"/>
              <a:cs typeface="Arial"/>
              <a:sym typeface="Arial"/>
            </a:endParaRPr>
          </a:p>
          <a:p>
            <a:pPr indent="-214311" lvl="0" marL="214311" marR="0" rtl="0" algn="l">
              <a:lnSpc>
                <a:spcPct val="100000"/>
              </a:lnSpc>
              <a:spcBef>
                <a:spcPts val="0"/>
              </a:spcBef>
              <a:spcAft>
                <a:spcPts val="0"/>
              </a:spcAft>
              <a:buClr>
                <a:schemeClr val="dk1"/>
              </a:buClr>
              <a:buSzPts val="1200"/>
              <a:buFont typeface="Arial"/>
              <a:buChar char="•"/>
            </a:pPr>
            <a:r>
              <a:rPr b="1" i="0" lang="en-US" sz="1200" u="none" cap="none" strike="noStrike">
                <a:solidFill>
                  <a:schemeClr val="dk1"/>
                </a:solidFill>
                <a:latin typeface="Arial"/>
                <a:ea typeface="Arial"/>
                <a:cs typeface="Arial"/>
                <a:sym typeface="Arial"/>
              </a:rPr>
              <a:t>Almacenaje de Hidrocarburos o Petrolíferos.</a:t>
            </a:r>
            <a:endParaRPr b="1" i="0" sz="1200" u="none" cap="none" strike="noStrike">
              <a:solidFill>
                <a:srgbClr val="000000"/>
              </a:solidFill>
              <a:latin typeface="Arial"/>
              <a:ea typeface="Arial"/>
              <a:cs typeface="Arial"/>
              <a:sym typeface="Arial"/>
            </a:endParaRPr>
          </a:p>
          <a:p>
            <a:pPr indent="-214311" lvl="0" marL="214311" marR="0" rtl="0" algn="l">
              <a:lnSpc>
                <a:spcPct val="100000"/>
              </a:lnSpc>
              <a:spcBef>
                <a:spcPts val="0"/>
              </a:spcBef>
              <a:spcAft>
                <a:spcPts val="0"/>
              </a:spcAft>
              <a:buClr>
                <a:schemeClr val="dk1"/>
              </a:buClr>
              <a:buSzPts val="1200"/>
              <a:buFont typeface="Arial"/>
              <a:buChar char="•"/>
            </a:pPr>
            <a:r>
              <a:rPr b="1" i="0" lang="en-US" sz="1200" u="none" cap="none" strike="noStrike">
                <a:solidFill>
                  <a:schemeClr val="dk1"/>
                </a:solidFill>
                <a:latin typeface="Arial"/>
                <a:ea typeface="Arial"/>
                <a:cs typeface="Arial"/>
                <a:sym typeface="Arial"/>
              </a:rPr>
              <a:t>Almacenaje de Petrolíferos para usos propios.</a:t>
            </a:r>
            <a:endParaRPr b="1" i="0" sz="1200" u="none" cap="none" strike="noStrike">
              <a:solidFill>
                <a:schemeClr val="dk1"/>
              </a:solidFill>
              <a:latin typeface="Arial"/>
              <a:ea typeface="Arial"/>
              <a:cs typeface="Arial"/>
              <a:sym typeface="Arial"/>
            </a:endParaRPr>
          </a:p>
          <a:p>
            <a:pPr indent="-214311" lvl="0" marL="214311" marR="0" rtl="0" algn="l">
              <a:lnSpc>
                <a:spcPct val="10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Distribución de Gas Natural o Petrolíferos.</a:t>
            </a:r>
            <a:endParaRPr b="1" i="0" sz="1400" u="none" cap="none" strike="noStrike">
              <a:solidFill>
                <a:srgbClr val="000000"/>
              </a:solidFill>
              <a:latin typeface="Arial"/>
              <a:ea typeface="Arial"/>
              <a:cs typeface="Arial"/>
              <a:sym typeface="Arial"/>
            </a:endParaRPr>
          </a:p>
          <a:p>
            <a:pPr indent="-214311" lvl="0" marL="214311" marR="0" rtl="0" algn="l">
              <a:lnSpc>
                <a:spcPct val="100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Enajenación </a:t>
            </a:r>
            <a:r>
              <a:rPr b="1" i="0" lang="en-US" sz="1200" u="none" cap="none" strike="noStrike">
                <a:solidFill>
                  <a:schemeClr val="dk1"/>
                </a:solidFill>
                <a:latin typeface="Arial"/>
                <a:ea typeface="Arial"/>
                <a:cs typeface="Arial"/>
                <a:sym typeface="Arial"/>
              </a:rPr>
              <a:t>de Gas Natural o Petrolíferos.</a:t>
            </a:r>
            <a:endParaRPr b="1" i="0" sz="1400" u="none" cap="none" strike="noStrike">
              <a:solidFill>
                <a:schemeClr val="dk1"/>
              </a:solidFill>
              <a:latin typeface="Arial"/>
              <a:ea typeface="Arial"/>
              <a:cs typeface="Arial"/>
              <a:sym typeface="Arial"/>
            </a:endParaRPr>
          </a:p>
          <a:p>
            <a:pPr indent="-138111" lvl="0" marL="214311"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g12f782f8e9d_0_18"/>
          <p:cNvPicPr preferRelativeResize="0"/>
          <p:nvPr/>
        </p:nvPicPr>
        <p:blipFill rotWithShape="1">
          <a:blip r:embed="rId3">
            <a:alphaModFix/>
          </a:blip>
          <a:srcRect b="0" l="0" r="0" t="0"/>
          <a:stretch/>
        </p:blipFill>
        <p:spPr>
          <a:xfrm>
            <a:off x="152400" y="152400"/>
            <a:ext cx="6224175" cy="3016775"/>
          </a:xfrm>
          <a:prstGeom prst="rect">
            <a:avLst/>
          </a:prstGeom>
          <a:noFill/>
          <a:ln>
            <a:noFill/>
          </a:ln>
        </p:spPr>
      </p:pic>
      <p:pic>
        <p:nvPicPr>
          <p:cNvPr id="201" name="Google Shape;201;g12f782f8e9d_0_18"/>
          <p:cNvPicPr preferRelativeResize="0"/>
          <p:nvPr/>
        </p:nvPicPr>
        <p:blipFill rotWithShape="1">
          <a:blip r:embed="rId4">
            <a:alphaModFix/>
          </a:blip>
          <a:srcRect b="0" l="0" r="0" t="0"/>
          <a:stretch/>
        </p:blipFill>
        <p:spPr>
          <a:xfrm>
            <a:off x="6376572" y="152399"/>
            <a:ext cx="5556300" cy="3016775"/>
          </a:xfrm>
          <a:prstGeom prst="rect">
            <a:avLst/>
          </a:prstGeom>
          <a:noFill/>
          <a:ln>
            <a:noFill/>
          </a:ln>
        </p:spPr>
      </p:pic>
      <p:pic>
        <p:nvPicPr>
          <p:cNvPr id="202" name="Google Shape;202;g12f782f8e9d_0_18"/>
          <p:cNvPicPr preferRelativeResize="0"/>
          <p:nvPr/>
        </p:nvPicPr>
        <p:blipFill rotWithShape="1">
          <a:blip r:embed="rId5">
            <a:alphaModFix/>
          </a:blip>
          <a:srcRect b="0" l="0" r="0" t="0"/>
          <a:stretch/>
        </p:blipFill>
        <p:spPr>
          <a:xfrm>
            <a:off x="152395" y="3169175"/>
            <a:ext cx="6224175" cy="3076780"/>
          </a:xfrm>
          <a:prstGeom prst="rect">
            <a:avLst/>
          </a:prstGeom>
          <a:noFill/>
          <a:ln>
            <a:noFill/>
          </a:ln>
        </p:spPr>
      </p:pic>
      <p:pic>
        <p:nvPicPr>
          <p:cNvPr id="203" name="Google Shape;203;g12f782f8e9d_0_18"/>
          <p:cNvPicPr preferRelativeResize="0"/>
          <p:nvPr/>
        </p:nvPicPr>
        <p:blipFill rotWithShape="1">
          <a:blip r:embed="rId6">
            <a:alphaModFix/>
          </a:blip>
          <a:srcRect b="0" l="0" r="0" t="0"/>
          <a:stretch/>
        </p:blipFill>
        <p:spPr>
          <a:xfrm>
            <a:off x="6376571" y="3169174"/>
            <a:ext cx="5556300" cy="30767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g12f782f8e9d_0_26"/>
          <p:cNvPicPr preferRelativeResize="0"/>
          <p:nvPr/>
        </p:nvPicPr>
        <p:blipFill rotWithShape="1">
          <a:blip r:embed="rId3">
            <a:alphaModFix/>
          </a:blip>
          <a:srcRect b="0" l="0" r="0" t="0"/>
          <a:stretch/>
        </p:blipFill>
        <p:spPr>
          <a:xfrm>
            <a:off x="152400" y="152400"/>
            <a:ext cx="6191250" cy="3848100"/>
          </a:xfrm>
          <a:prstGeom prst="rect">
            <a:avLst/>
          </a:prstGeom>
          <a:noFill/>
          <a:ln>
            <a:noFill/>
          </a:ln>
        </p:spPr>
      </p:pic>
      <p:pic>
        <p:nvPicPr>
          <p:cNvPr id="210" name="Google Shape;210;g12f782f8e9d_0_26"/>
          <p:cNvPicPr preferRelativeResize="0"/>
          <p:nvPr/>
        </p:nvPicPr>
        <p:blipFill rotWithShape="1">
          <a:blip r:embed="rId4">
            <a:alphaModFix/>
          </a:blip>
          <a:srcRect b="0" l="0" r="0" t="0"/>
          <a:stretch/>
        </p:blipFill>
        <p:spPr>
          <a:xfrm>
            <a:off x="6496050" y="152400"/>
            <a:ext cx="5543550" cy="32884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4_Diseño personalizado">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2019-02-24T04:10:14Z</dcterms:created>
  <dc:creator>rymsa</dc:creator>
</cp:coreProperties>
</file>