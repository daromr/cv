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8" r:id="rId9"/>
    <p:sldId id="269" r:id="rId10"/>
    <p:sldId id="270" r:id="rId11"/>
    <p:sldId id="272" r:id="rId12"/>
    <p:sldId id="271" r:id="rId13"/>
    <p:sldId id="273" r:id="rId14"/>
    <p:sldId id="274" r:id="rId15"/>
    <p:sldId id="263" r:id="rId16"/>
    <p:sldId id="276" r:id="rId17"/>
    <p:sldId id="277" r:id="rId18"/>
    <p:sldId id="279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F26B43"/>
          </p15:clr>
        </p15:guide>
        <p15:guide id="2" orient="horz" pos="3974">
          <p15:clr>
            <a:srgbClr val="A4A3A4"/>
          </p15:clr>
        </p15:guide>
        <p15:guide id="3" pos="7468">
          <p15:clr>
            <a:srgbClr val="F26B43"/>
          </p15:clr>
        </p15:guide>
        <p15:guide id="4" pos="212">
          <p15:clr>
            <a:srgbClr val="F26B43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Xu1bVP2d9OIU20SNTpaQyDvrJ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20"/>
      </p:cViewPr>
      <p:guideLst>
        <p:guide orient="horz" pos="618"/>
        <p:guide orient="horz" pos="3974"/>
        <p:guide pos="7468"/>
        <p:guide pos="2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‹Nº›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2e799c16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2e799c1680_0_0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6" name="Google Shape;176;g12e799c1680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635"/>
          </a:xfrm>
          <a:prstGeom prst="rect">
            <a:avLst/>
          </a:prstGeom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3D1E8-9763-49A8-B1AC-4758FA109993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0222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3D1E8-9763-49A8-B1AC-4758FA109993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8628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1056000" y="981000"/>
            <a:ext cx="10080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336000" y="1989000"/>
            <a:ext cx="11520000" cy="4508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831851" y="4589468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1056000" y="981000"/>
            <a:ext cx="10080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838200" y="1988999"/>
            <a:ext cx="5156200" cy="41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6197600" y="1988999"/>
            <a:ext cx="5156200" cy="418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809040" y="9848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836083" y="2605087"/>
            <a:ext cx="515831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840319" y="3428999"/>
            <a:ext cx="5158316" cy="276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172199" y="2605087"/>
            <a:ext cx="518371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6172200" y="3428999"/>
            <a:ext cx="5183717" cy="276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1056000" y="981000"/>
            <a:ext cx="10080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6083" y="948891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1600" y="1197000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6083" y="2549091"/>
            <a:ext cx="393276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1056000" y="981000"/>
            <a:ext cx="10080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841609" y="-1516609"/>
            <a:ext cx="4508782" cy="11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74034" y="-570706"/>
            <a:ext cx="5811838" cy="76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056000" y="981000"/>
            <a:ext cx="10080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336000" y="1989000"/>
            <a:ext cx="11520000" cy="4508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12192000" cy="981000"/>
          </a:xfrm>
          <a:prstGeom prst="rect">
            <a:avLst/>
          </a:prstGeom>
          <a:gradFill>
            <a:gsLst>
              <a:gs pos="0">
                <a:srgbClr val="FFFFFF"/>
              </a:gs>
              <a:gs pos="34000">
                <a:srgbClr val="FFFFFF"/>
              </a:gs>
              <a:gs pos="100000">
                <a:srgbClr val="2F5496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0"/>
          <p:cNvPicPr preferRelativeResize="0"/>
          <p:nvPr/>
        </p:nvPicPr>
        <p:blipFill rotWithShape="1">
          <a:blip r:embed="rId12">
            <a:alphaModFix/>
          </a:blip>
          <a:srcRect l="16730" t="29508" r="31731" b="33473"/>
          <a:stretch/>
        </p:blipFill>
        <p:spPr>
          <a:xfrm>
            <a:off x="5160000" y="136520"/>
            <a:ext cx="1560169" cy="67238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4" name="Google Shape;14;p10"/>
          <p:cNvSpPr/>
          <p:nvPr/>
        </p:nvSpPr>
        <p:spPr>
          <a:xfrm>
            <a:off x="5" y="6309000"/>
            <a:ext cx="12191999" cy="549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2F5496">
                  <a:alpha val="6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l="2550" t="19990" r="75984" b="37730"/>
          <a:stretch/>
        </p:blipFill>
        <p:spPr>
          <a:xfrm>
            <a:off x="2364107" y="37637"/>
            <a:ext cx="3292982" cy="251011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6203805" y="0"/>
            <a:ext cx="3419572" cy="5815584"/>
          </a:xfrm>
          <a:prstGeom prst="rect">
            <a:avLst/>
          </a:prstGeom>
          <a:gradFill>
            <a:gsLst>
              <a:gs pos="0">
                <a:srgbClr val="5F82CA">
                  <a:alpha val="18823"/>
                </a:srgbClr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l="16730" t="29508" r="31731" b="33473"/>
          <a:stretch/>
        </p:blipFill>
        <p:spPr>
          <a:xfrm>
            <a:off x="6228521" y="263286"/>
            <a:ext cx="3394856" cy="19507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92" name="Google Shape;92;p1"/>
          <p:cNvSpPr/>
          <p:nvPr/>
        </p:nvSpPr>
        <p:spPr>
          <a:xfrm>
            <a:off x="0" y="2561695"/>
            <a:ext cx="12192000" cy="1792224"/>
          </a:xfrm>
          <a:prstGeom prst="rect">
            <a:avLst/>
          </a:prstGeom>
          <a:solidFill>
            <a:srgbClr val="0070C0">
              <a:alpha val="6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2740661" y="2909338"/>
            <a:ext cx="6858000" cy="109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36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Integraciones</a:t>
            </a:r>
            <a:r>
              <a:rPr lang="en-US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Automatización HOH S.A. de C.V.</a:t>
            </a:r>
            <a:endParaRPr/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l="26869" t="19786" r="51665" b="37935"/>
          <a:stretch/>
        </p:blipFill>
        <p:spPr>
          <a:xfrm>
            <a:off x="2364107" y="4354852"/>
            <a:ext cx="3292982" cy="2510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1059542" y="985556"/>
            <a:ext cx="10072915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 de </a:t>
            </a:r>
            <a:r>
              <a:rPr lang="en-US" sz="18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1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Terminales</a:t>
            </a:r>
            <a:r>
              <a:rPr lang="en-US" sz="1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8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Generalidades</a:t>
            </a:r>
            <a:endParaRPr sz="1800"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Sistema de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Terminales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(TMS) es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conjunto de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programas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permiten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operar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 terminal de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reparto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interactuar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diferentes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dispositivos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campo y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enlazar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diferentes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administrativos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Monitorea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controla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diferentes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subsistemas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la Terminal. </a:t>
            </a:r>
            <a:endParaRPr sz="1600" dirty="0"/>
          </a:p>
        </p:txBody>
      </p:sp>
      <p:sp>
        <p:nvSpPr>
          <p:cNvPr id="100" name="Google Shape;100;p2"/>
          <p:cNvSpPr txBox="1"/>
          <p:nvPr/>
        </p:nvSpPr>
        <p:spPr>
          <a:xfrm>
            <a:off x="1059542" y="3429000"/>
            <a:ext cx="3588657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TMS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mantiene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uno de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movimientos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que se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realizan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 Terminal,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permitiendo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tener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un control claro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sobre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parte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importante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balance de la terminal. </a:t>
            </a:r>
            <a:endParaRPr dirty="0"/>
          </a:p>
        </p:txBody>
      </p:sp>
      <p:sp>
        <p:nvSpPr>
          <p:cNvPr id="101" name="Google Shape;101;p2"/>
          <p:cNvSpPr/>
          <p:nvPr/>
        </p:nvSpPr>
        <p:spPr>
          <a:xfrm>
            <a:off x="4543425" y="2990851"/>
            <a:ext cx="5932488" cy="324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2528" y="2804833"/>
            <a:ext cx="6209929" cy="3613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>
            <a:hlinkClick r:id="rId4" action="ppaction://hlinksldjump"/>
          </p:cNvPr>
          <p:cNvSpPr/>
          <p:nvPr/>
        </p:nvSpPr>
        <p:spPr>
          <a:xfrm>
            <a:off x="5148350" y="1"/>
            <a:ext cx="1729047" cy="87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4745182" y="944347"/>
            <a:ext cx="26060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Funcional</a:t>
            </a:r>
            <a:endParaRPr/>
          </a:p>
        </p:txBody>
      </p:sp>
      <p:sp>
        <p:nvSpPr>
          <p:cNvPr id="109" name="Google Shape;109;p3">
            <a:hlinkClick r:id="rId3" action="ppaction://hlinksldjump"/>
          </p:cNvPr>
          <p:cNvSpPr/>
          <p:nvPr/>
        </p:nvSpPr>
        <p:spPr>
          <a:xfrm>
            <a:off x="5148350" y="1"/>
            <a:ext cx="1729047" cy="87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2018" y="1129014"/>
            <a:ext cx="7967965" cy="5413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2575368" y="3349408"/>
            <a:ext cx="1136816" cy="693457"/>
          </a:xfrm>
          <a:prstGeom prst="flowChartMagneticDisk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 Local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>
            <a:cxnSpLocks/>
            <a:endCxn id="117" idx="1"/>
          </p:cNvCxnSpPr>
          <p:nvPr/>
        </p:nvCxnSpPr>
        <p:spPr>
          <a:xfrm flipV="1">
            <a:off x="1619821" y="5372775"/>
            <a:ext cx="804179" cy="227925"/>
          </a:xfrm>
          <a:prstGeom prst="bentConnector3">
            <a:avLst>
              <a:gd name="adj1" fmla="val 31049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8" name="Google Shape;118;p4"/>
          <p:cNvCxnSpPr>
            <a:cxnSpLocks/>
            <a:stCxn id="134" idx="3"/>
            <a:endCxn id="117" idx="1"/>
          </p:cNvCxnSpPr>
          <p:nvPr/>
        </p:nvCxnSpPr>
        <p:spPr>
          <a:xfrm>
            <a:off x="1327421" y="3963381"/>
            <a:ext cx="1096579" cy="1409394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9" name="Google Shape;119;p4"/>
          <p:cNvCxnSpPr>
            <a:cxnSpLocks/>
            <a:stCxn id="133" idx="3"/>
            <a:endCxn id="117" idx="1"/>
          </p:cNvCxnSpPr>
          <p:nvPr/>
        </p:nvCxnSpPr>
        <p:spPr>
          <a:xfrm>
            <a:off x="1619821" y="2677729"/>
            <a:ext cx="804179" cy="2695046"/>
          </a:xfrm>
          <a:prstGeom prst="bentConnector3">
            <a:avLst>
              <a:gd name="adj1" fmla="val 32628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4000" y="4653000"/>
            <a:ext cx="1439550" cy="143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55996" y="1588766"/>
            <a:ext cx="729456" cy="72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2800305" y="6061942"/>
            <a:ext cx="6789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7320000" y="1276560"/>
            <a:ext cx="6014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NUBE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>
            <a:stCxn id="115" idx="1"/>
          </p:cNvCxnSpPr>
          <p:nvPr/>
        </p:nvCxnSpPr>
        <p:spPr>
          <a:xfrm rot="-5400000">
            <a:off x="3596926" y="2730058"/>
            <a:ext cx="166200" cy="1072500"/>
          </a:xfrm>
          <a:prstGeom prst="bentConnector2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" name="Google Shape;124;p4"/>
          <p:cNvCxnSpPr>
            <a:stCxn id="115" idx="3"/>
            <a:endCxn id="117" idx="0"/>
          </p:cNvCxnSpPr>
          <p:nvPr/>
        </p:nvCxnSpPr>
        <p:spPr>
          <a:xfrm rot="-5400000" flipH="1">
            <a:off x="2838976" y="4347665"/>
            <a:ext cx="610200" cy="600"/>
          </a:xfrm>
          <a:prstGeom prst="bentConnector3">
            <a:avLst>
              <a:gd name="adj1" fmla="val 49995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5" name="Google Shape;125;p4"/>
          <p:cNvSpPr/>
          <p:nvPr/>
        </p:nvSpPr>
        <p:spPr>
          <a:xfrm>
            <a:off x="472449" y="1496266"/>
            <a:ext cx="3401475" cy="5039725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333049" y="1342277"/>
            <a:ext cx="2035367" cy="559009"/>
          </a:xfrm>
          <a:prstGeom prst="flowChartDocumen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389702" y="1562732"/>
            <a:ext cx="15669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INSTRUMENTOS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9123940" y="2498593"/>
            <a:ext cx="2736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"Version"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"1.0"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"RfcContribuyente"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"CONT123456YZ0"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"RfcRepresentanteLegal"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"REPR123456YZ0"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"RfcProveedor"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"PROV123456YZ0"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"Caracter"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"permisionario"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"ModalidadPermiso"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"permisionario"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"NumPermiso"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"InstalacionAlmacenGasNatural"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"ClaveInstalacion"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"DescripcionInstalacion"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"NumeroPozos"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"0"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"NumeroTanques"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"NumeroDuctosEntradaSalida"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"0"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"NumeroDuctosTransporteDistribucion"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"0"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"NumeroDispensarios"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"6"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"FechaYHoraCorte"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"2022-11-05T04:55:05-06:00"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"Producto"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"ClaveProducto"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"PR02"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"ClaveSubProducto"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"SP15"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"ComposOctanajeGasolina"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"87"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"GasolinaConCombustibleNoFosil"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"No"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"MarcaComercial"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"Unix"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"Tanque"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"ClaveIdentificacionTanque"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"STQ-EDS-0001"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"Localizaciony/oDescripcionTanque"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"TANQUE 01 UNIX"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"VigenciaCalibracionTanque"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"30-05-2022"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"CapacidadTotalTanque"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"ValorNumerico"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6089B4"/>
                </a:solidFill>
                <a:latin typeface="Consolas"/>
                <a:ea typeface="Consolas"/>
                <a:cs typeface="Consolas"/>
                <a:sym typeface="Consolas"/>
              </a:rPr>
              <a:t>30452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"UnidadMedida"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"UM03"</a:t>
            </a:r>
            <a:endParaRPr sz="500" b="0">
              <a:solidFill>
                <a:srgbClr val="C5C8C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},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"CapacidadOperativaTanque"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"ValorNumerico"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6089B4"/>
                </a:solidFill>
                <a:latin typeface="Consolas"/>
                <a:ea typeface="Consolas"/>
                <a:cs typeface="Consolas"/>
                <a:sym typeface="Consolas"/>
              </a:rPr>
              <a:t>95648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"UnidadDeMedida"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"UM03"</a:t>
            </a:r>
            <a:endParaRPr sz="500" b="0">
              <a:solidFill>
                <a:srgbClr val="C5C8C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},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"CapacidadUtilTanque"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"ValorNumerico"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6089B4"/>
                </a:solidFill>
                <a:latin typeface="Consolas"/>
                <a:ea typeface="Consolas"/>
                <a:cs typeface="Consolas"/>
                <a:sym typeface="Consolas"/>
              </a:rPr>
              <a:t>46852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"UnidadDeMedida"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"UM03"</a:t>
            </a:r>
            <a:endParaRPr sz="500" b="0">
              <a:solidFill>
                <a:srgbClr val="C5C8C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},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"CapacidadFondajeTanque"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"ValorNumerico"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6089B4"/>
                </a:solidFill>
                <a:latin typeface="Consolas"/>
                <a:ea typeface="Consolas"/>
                <a:cs typeface="Consolas"/>
                <a:sym typeface="Consolas"/>
              </a:rPr>
              <a:t>25486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lang="en-US" sz="500" b="0">
                <a:solidFill>
                  <a:srgbClr val="C7444A"/>
                </a:solidFill>
                <a:latin typeface="Consolas"/>
                <a:ea typeface="Consolas"/>
                <a:cs typeface="Consolas"/>
                <a:sym typeface="Consolas"/>
              </a:rPr>
              <a:t>"UnidadDeMedida"</a:t>
            </a: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500" b="0">
                <a:solidFill>
                  <a:srgbClr val="9AA83A"/>
                </a:solidFill>
                <a:latin typeface="Consolas"/>
                <a:ea typeface="Consolas"/>
                <a:cs typeface="Consolas"/>
                <a:sym typeface="Consolas"/>
              </a:rPr>
              <a:t>"UM03"</a:t>
            </a:r>
            <a:endParaRPr sz="500" b="0">
              <a:solidFill>
                <a:srgbClr val="C5C8C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   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   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>
                <a:solidFill>
                  <a:srgbClr val="C5C8C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644948" y="2434479"/>
            <a:ext cx="2032850" cy="1728001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092965" y="2583526"/>
            <a:ext cx="1136816" cy="693457"/>
          </a:xfrm>
          <a:prstGeom prst="flowChartMagneticDisk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 APP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892350" y="2484404"/>
            <a:ext cx="437642" cy="3939540"/>
          </a:xfrm>
          <a:prstGeom prst="leftBrace">
            <a:avLst>
              <a:gd name="adj1" fmla="val 8333"/>
              <a:gd name="adj2" fmla="val 2715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3720000" y="944347"/>
            <a:ext cx="51723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volumétrico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SAT (JSON)</a:t>
            </a:r>
            <a:endParaRPr dirty="0"/>
          </a:p>
        </p:txBody>
      </p:sp>
      <p:pic>
        <p:nvPicPr>
          <p:cNvPr id="133" name="Google Shape;133;p4" descr="Computador De Caudal Omni 3000/6000 Enhanced | Esco Argentina S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829" y="2247850"/>
            <a:ext cx="944992" cy="859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 descr="Emerson Floboss S600 + Ordenador De Flujo - Buy Ordenador De Flujo,Ordenador  De Flujo S600 +,Ordenador De Flujo Floboss S600 + Product on Alibaba.com"/>
          <p:cNvPicPr preferRelativeResize="0"/>
          <p:nvPr/>
        </p:nvPicPr>
        <p:blipFill rotWithShape="1">
          <a:blip r:embed="rId6">
            <a:alphaModFix/>
          </a:blip>
          <a:srcRect l="22482" t="9685" r="31230" b="6524"/>
          <a:stretch/>
        </p:blipFill>
        <p:spPr>
          <a:xfrm>
            <a:off x="769505" y="3458398"/>
            <a:ext cx="557916" cy="100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 descr="Computadores de Flujo – Seit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0526" y="4984202"/>
            <a:ext cx="966731" cy="85975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6940575" y="3440542"/>
            <a:ext cx="1441595" cy="576000"/>
          </a:xfrm>
          <a:prstGeom prst="flowChartProcess">
            <a:avLst/>
          </a:prstGeom>
          <a:gradFill>
            <a:gsLst>
              <a:gs pos="0">
                <a:srgbClr val="C55A11"/>
              </a:gs>
              <a:gs pos="50000">
                <a:srgbClr val="833C0B"/>
              </a:gs>
              <a:gs pos="100000">
                <a:srgbClr val="C55A11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Información Fiscal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403399" y="2657476"/>
            <a:ext cx="1441595" cy="576000"/>
          </a:xfrm>
          <a:prstGeom prst="flowChartProcess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odbc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403399" y="3342087"/>
            <a:ext cx="1441595" cy="576000"/>
          </a:xfrm>
          <a:prstGeom prst="flowChartProcess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(xls, csv, txt)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403399" y="4046665"/>
            <a:ext cx="1441595" cy="576000"/>
          </a:xfrm>
          <a:prstGeom prst="flowChartProcess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(JSON, xml)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245637" y="2434479"/>
            <a:ext cx="1786342" cy="3050025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409218" y="4741908"/>
            <a:ext cx="1441595" cy="576000"/>
          </a:xfrm>
          <a:prstGeom prst="flowChartProcess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Services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6031978" y="2945476"/>
            <a:ext cx="595200" cy="600"/>
          </a:xfrm>
          <a:prstGeom prst="bentConnector3">
            <a:avLst>
              <a:gd name="adj1" fmla="val 49992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3" name="Google Shape;143;p4"/>
          <p:cNvSpPr/>
          <p:nvPr/>
        </p:nvSpPr>
        <p:spPr>
          <a:xfrm>
            <a:off x="6644948" y="4352162"/>
            <a:ext cx="2032850" cy="2245571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914908" y="4453908"/>
            <a:ext cx="1441595" cy="576000"/>
          </a:xfrm>
          <a:prstGeom prst="flowChartProcess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 End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940574" y="5114842"/>
            <a:ext cx="1441595" cy="576000"/>
          </a:xfrm>
          <a:prstGeom prst="flowChartProcess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940574" y="5776200"/>
            <a:ext cx="1441595" cy="576000"/>
          </a:xfrm>
          <a:prstGeom prst="flowChartProcess">
            <a:avLst/>
          </a:prstGeom>
          <a:solidFill>
            <a:srgbClr val="5574AA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Históricos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457962" y="2335612"/>
            <a:ext cx="2424013" cy="4405388"/>
          </a:xfrm>
          <a:prstGeom prst="rect">
            <a:avLst/>
          </a:prstGeom>
          <a:noFill/>
          <a:ln w="25400" cap="flat" cmpd="sng">
            <a:solidFill>
              <a:srgbClr val="0069BD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12e799c168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100" y="981075"/>
            <a:ext cx="7627049" cy="538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DE70397-5036-4D74-B97C-53DEF8595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268" y="1607292"/>
            <a:ext cx="4336881" cy="4351338"/>
          </a:xfrm>
        </p:spPr>
      </p:pic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4B5E2A97-DE8B-01F2-6C2E-4A244660A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880" y="2305050"/>
            <a:ext cx="429577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5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0000" y="1053000"/>
            <a:ext cx="4896000" cy="5704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840428" y="2997124"/>
            <a:ext cx="34925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Asignación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acceso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funciones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Operador</a:t>
            </a: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Auditor Fiscal</a:t>
            </a:r>
            <a:endParaRPr dirty="0"/>
          </a:p>
        </p:txBody>
      </p:sp>
      <p:sp>
        <p:nvSpPr>
          <p:cNvPr id="154" name="Google Shape;154;p5"/>
          <p:cNvSpPr txBox="1"/>
          <p:nvPr/>
        </p:nvSpPr>
        <p:spPr>
          <a:xfrm>
            <a:off x="1532705" y="2374387"/>
            <a:ext cx="21079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NIVELES DE ACCESO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69A410-C8A4-BF86-0D12-2E9703760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0993" y="1592544"/>
            <a:ext cx="7210013" cy="4351338"/>
          </a:xfrm>
        </p:spPr>
      </p:pic>
    </p:spTree>
    <p:extLst>
      <p:ext uri="{BB962C8B-B14F-4D97-AF65-F5344CB8AC3E}">
        <p14:creationId xmlns:p14="http://schemas.microsoft.com/office/powerpoint/2010/main" val="148210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BF37-09F5-3CD2-E30E-46DF80DF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1075"/>
            <a:ext cx="10515600" cy="403224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400" b="1" dirty="0"/>
              <a:t>DATOS DEL CONTRIBUYENTE, PROVEEDOR DE SOFTWRE E INSTALACIÓN</a:t>
            </a:r>
          </a:p>
        </p:txBody>
      </p:sp>
      <p:pic>
        <p:nvPicPr>
          <p:cNvPr id="14" name="Marcador de contenido 12">
            <a:extLst>
              <a:ext uri="{FF2B5EF4-FFF2-40B4-BE49-F238E27FC236}">
                <a16:creationId xmlns:a16="http://schemas.microsoft.com/office/drawing/2014/main" id="{5B8AA686-512F-DD3F-722B-E3BC78922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872" y="2315383"/>
            <a:ext cx="4807488" cy="3317730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92FB51DC-5C79-9E7C-FBA4-4CE4C6B3DDEC}"/>
              </a:ext>
            </a:extLst>
          </p:cNvPr>
          <p:cNvCxnSpPr>
            <a:cxnSpLocks/>
          </p:cNvCxnSpPr>
          <p:nvPr/>
        </p:nvCxnSpPr>
        <p:spPr>
          <a:xfrm>
            <a:off x="1339850" y="5632450"/>
            <a:ext cx="806450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16A2AF4-0992-811E-0080-F37CFAA1F1A5}"/>
              </a:ext>
            </a:extLst>
          </p:cNvPr>
          <p:cNvCxnSpPr>
            <a:cxnSpLocks/>
          </p:cNvCxnSpPr>
          <p:nvPr/>
        </p:nvCxnSpPr>
        <p:spPr>
          <a:xfrm>
            <a:off x="1339850" y="5473700"/>
            <a:ext cx="806450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D554265F-5A38-E653-A46E-E8D582693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849" y="1868753"/>
            <a:ext cx="4524960" cy="438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1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65AC6A5-EFD3-C74F-0010-63F3CC547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8612" y="1841244"/>
            <a:ext cx="3914775" cy="3971925"/>
          </a:xfrm>
        </p:spPr>
      </p:pic>
    </p:spTree>
    <p:extLst>
      <p:ext uri="{BB962C8B-B14F-4D97-AF65-F5344CB8AC3E}">
        <p14:creationId xmlns:p14="http://schemas.microsoft.com/office/powerpoint/2010/main" val="411423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BF37-09F5-3CD2-E30E-46DF80DF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1075"/>
            <a:ext cx="10515600" cy="404105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400" b="1" dirty="0"/>
              <a:t>DATOS DEL PRODUCTO</a:t>
            </a:r>
          </a:p>
        </p:txBody>
      </p: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87438240-04BF-25E8-19BB-5F51F46D4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0292" y="1754343"/>
            <a:ext cx="5676900" cy="4076700"/>
          </a:xfrm>
        </p:spPr>
      </p:pic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DD0902CF-0F4C-1E35-D393-A47CDAB37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950" y="1516785"/>
            <a:ext cx="3945850" cy="47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11BF2A9-6AE4-0949-E03B-0D31C2EB0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0688" y="1615470"/>
            <a:ext cx="6490624" cy="4351338"/>
          </a:xfrm>
        </p:spPr>
      </p:pic>
    </p:spTree>
    <p:extLst>
      <p:ext uri="{BB962C8B-B14F-4D97-AF65-F5344CB8AC3E}">
        <p14:creationId xmlns:p14="http://schemas.microsoft.com/office/powerpoint/2010/main" val="237812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B888A90-6DCE-3805-4224-384AFE8E10C3}"/>
              </a:ext>
            </a:extLst>
          </p:cNvPr>
          <p:cNvSpPr txBox="1">
            <a:spLocks/>
          </p:cNvSpPr>
          <p:nvPr/>
        </p:nvSpPr>
        <p:spPr>
          <a:xfrm>
            <a:off x="838200" y="1122630"/>
            <a:ext cx="10515600" cy="380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/>
              <a:t>DATOS DEL TANQUE</a:t>
            </a:r>
          </a:p>
        </p:txBody>
      </p:sp>
      <p:pic>
        <p:nvPicPr>
          <p:cNvPr id="7" name="Marcador de contenido 4">
            <a:extLst>
              <a:ext uri="{FF2B5EF4-FFF2-40B4-BE49-F238E27FC236}">
                <a16:creationId xmlns:a16="http://schemas.microsoft.com/office/drawing/2014/main" id="{0BAC0AA2-9A31-A1EA-35E3-FB9AEBDA9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07" y="1961441"/>
            <a:ext cx="4572410" cy="23130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B247B17-2A50-1EE5-17B1-986064723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67" y="4435098"/>
            <a:ext cx="4564750" cy="1585408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74A301-C41F-680F-94F8-20B71DD62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307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2DE74CC-7A0A-2B9E-6610-E5A8AA38E41C}"/>
              </a:ext>
            </a:extLst>
          </p:cNvPr>
          <p:cNvSpPr txBox="1">
            <a:spLocks/>
          </p:cNvSpPr>
          <p:nvPr/>
        </p:nvSpPr>
        <p:spPr>
          <a:xfrm>
            <a:off x="838200" y="1065223"/>
            <a:ext cx="10515600" cy="365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/>
              <a:t>DATOS DEL TANQUE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32521FB-BBB2-110F-6E27-98B821C01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46" y="2202606"/>
            <a:ext cx="4604768" cy="12263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FA81A0F-F68A-A1B1-0AF9-92036DA0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630" y="1963496"/>
            <a:ext cx="4597056" cy="17046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9CCB53A-A028-249C-1791-7A472EC72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76" y="4581809"/>
            <a:ext cx="4612482" cy="121096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90B44CD-CC85-CA51-4EED-14EAFC8FC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392" y="4334986"/>
            <a:ext cx="4612482" cy="170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7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2DE74CC-7A0A-2B9E-6610-E5A8AA38E41C}"/>
              </a:ext>
            </a:extLst>
          </p:cNvPr>
          <p:cNvSpPr txBox="1">
            <a:spLocks/>
          </p:cNvSpPr>
          <p:nvPr/>
        </p:nvSpPr>
        <p:spPr>
          <a:xfrm>
            <a:off x="838200" y="1085849"/>
            <a:ext cx="10515600" cy="245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/>
              <a:t>BITÁCORA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17D799B1-DD74-7C05-FBCD-41362DFD8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550" y="2590800"/>
            <a:ext cx="5676900" cy="16764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356290-1104-95D3-BDBA-47616DBAC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1390650"/>
            <a:ext cx="56769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0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2DE74CC-7A0A-2B9E-6610-E5A8AA38E41C}"/>
              </a:ext>
            </a:extLst>
          </p:cNvPr>
          <p:cNvSpPr txBox="1">
            <a:spLocks/>
          </p:cNvSpPr>
          <p:nvPr/>
        </p:nvSpPr>
        <p:spPr>
          <a:xfrm>
            <a:off x="838200" y="981075"/>
            <a:ext cx="10515600" cy="494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/>
              <a:t>COMPLEMENTO + ALMACENAMIENTO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CC76C4E-5272-A4AA-FF3C-9B4C99537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064" y="1705584"/>
            <a:ext cx="4651829" cy="1477640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AB4DDE2-BEF8-C4F9-2E2B-039CE6D85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9" y="3349364"/>
            <a:ext cx="4675284" cy="150109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75C05C1-13F5-26D7-BC1B-B6F966F00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78" y="4956177"/>
            <a:ext cx="4667465" cy="135254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E61407D-3084-C31D-B8EC-16625E853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153" y="1553629"/>
            <a:ext cx="4659647" cy="135254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AB3CCD9-4719-4BFC-D721-2C40CB7C3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153" y="3012541"/>
            <a:ext cx="4659647" cy="135254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A7B8306-B4ED-5768-1090-4B606643B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0264" y="4413633"/>
            <a:ext cx="4644011" cy="197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9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A3324B-4B83-9A66-05C0-5A63E9C50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3613686"/>
            <a:ext cx="5695950" cy="1809750"/>
          </a:xfrm>
          <a:prstGeom prst="rect">
            <a:avLst/>
          </a:prstGeo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606283C5-52F2-C9F0-AAC6-269696712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62312" y="2228850"/>
            <a:ext cx="56673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6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BF37-09F5-3CD2-E30E-46DF80DF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1075"/>
            <a:ext cx="10515600" cy="403224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400" b="1" dirty="0"/>
              <a:t>DATOS DEL CONTRIBUYENTE, PROVEEDOR DE SOFTWRE E INSTALACIÓN</a:t>
            </a:r>
          </a:p>
        </p:txBody>
      </p:sp>
      <p:pic>
        <p:nvPicPr>
          <p:cNvPr id="14" name="Marcador de contenido 12">
            <a:extLst>
              <a:ext uri="{FF2B5EF4-FFF2-40B4-BE49-F238E27FC236}">
                <a16:creationId xmlns:a16="http://schemas.microsoft.com/office/drawing/2014/main" id="{5B8AA686-512F-DD3F-722B-E3BC78922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872" y="2315383"/>
            <a:ext cx="4807488" cy="3317730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92FB51DC-5C79-9E7C-FBA4-4CE4C6B3DDEC}"/>
              </a:ext>
            </a:extLst>
          </p:cNvPr>
          <p:cNvCxnSpPr>
            <a:cxnSpLocks/>
          </p:cNvCxnSpPr>
          <p:nvPr/>
        </p:nvCxnSpPr>
        <p:spPr>
          <a:xfrm>
            <a:off x="1339850" y="5632450"/>
            <a:ext cx="806450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16A2AF4-0992-811E-0080-F37CFAA1F1A5}"/>
              </a:ext>
            </a:extLst>
          </p:cNvPr>
          <p:cNvCxnSpPr>
            <a:cxnSpLocks/>
          </p:cNvCxnSpPr>
          <p:nvPr/>
        </p:nvCxnSpPr>
        <p:spPr>
          <a:xfrm>
            <a:off x="1339850" y="5473700"/>
            <a:ext cx="806450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D554265F-5A38-E653-A46E-E8D582693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849" y="1868753"/>
            <a:ext cx="4524960" cy="438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0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BF37-09F5-3CD2-E30E-46DF80DF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1075"/>
            <a:ext cx="10515600" cy="404105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400" b="1" dirty="0"/>
              <a:t>DATOS DEL PRODUCTO</a:t>
            </a:r>
          </a:p>
        </p:txBody>
      </p: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87438240-04BF-25E8-19BB-5F51F46D4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0292" y="1754343"/>
            <a:ext cx="5676900" cy="4076700"/>
          </a:xfrm>
        </p:spPr>
      </p:pic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DD0902CF-0F4C-1E35-D393-A47CDAB37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950" y="1516785"/>
            <a:ext cx="3945850" cy="47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8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8814504-E1FD-1116-9BE3-3BFCBBAAC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2809" y="2110822"/>
            <a:ext cx="5523204" cy="3909684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B888A90-6DCE-3805-4224-384AFE8E10C3}"/>
              </a:ext>
            </a:extLst>
          </p:cNvPr>
          <p:cNvSpPr txBox="1">
            <a:spLocks/>
          </p:cNvSpPr>
          <p:nvPr/>
        </p:nvSpPr>
        <p:spPr>
          <a:xfrm>
            <a:off x="838200" y="1122630"/>
            <a:ext cx="10515600" cy="380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/>
              <a:t>DATOS DEL TANQUE</a:t>
            </a:r>
          </a:p>
        </p:txBody>
      </p:sp>
      <p:pic>
        <p:nvPicPr>
          <p:cNvPr id="7" name="Marcador de contenido 4">
            <a:extLst>
              <a:ext uri="{FF2B5EF4-FFF2-40B4-BE49-F238E27FC236}">
                <a16:creationId xmlns:a16="http://schemas.microsoft.com/office/drawing/2014/main" id="{0BAC0AA2-9A31-A1EA-35E3-FB9AEBDA9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07" y="1961441"/>
            <a:ext cx="4572410" cy="23130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B247B17-2A50-1EE5-17B1-986064723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67" y="4435098"/>
            <a:ext cx="4564750" cy="158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0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2DE74CC-7A0A-2B9E-6610-E5A8AA38E41C}"/>
              </a:ext>
            </a:extLst>
          </p:cNvPr>
          <p:cNvSpPr txBox="1">
            <a:spLocks/>
          </p:cNvSpPr>
          <p:nvPr/>
        </p:nvSpPr>
        <p:spPr>
          <a:xfrm>
            <a:off x="838200" y="1065223"/>
            <a:ext cx="10515600" cy="365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/>
              <a:t>DATOS DEL TANQUE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32521FB-BBB2-110F-6E27-98B821C01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46" y="2202606"/>
            <a:ext cx="4604768" cy="12263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FA81A0F-F68A-A1B1-0AF9-92036DA0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630" y="1963496"/>
            <a:ext cx="4597056" cy="17046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9CCB53A-A028-249C-1791-7A472EC72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76" y="4581809"/>
            <a:ext cx="4612482" cy="121096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90B44CD-CC85-CA51-4EED-14EAFC8FC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392" y="4334986"/>
            <a:ext cx="4612482" cy="170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2DE74CC-7A0A-2B9E-6610-E5A8AA38E41C}"/>
              </a:ext>
            </a:extLst>
          </p:cNvPr>
          <p:cNvSpPr txBox="1">
            <a:spLocks/>
          </p:cNvSpPr>
          <p:nvPr/>
        </p:nvSpPr>
        <p:spPr>
          <a:xfrm>
            <a:off x="838200" y="1085849"/>
            <a:ext cx="10515600" cy="245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/>
              <a:t>BITÁCORA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17D799B1-DD74-7C05-FBCD-41362DFD8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550" y="2590800"/>
            <a:ext cx="5676900" cy="16764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356290-1104-95D3-BDBA-47616DBAC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1390650"/>
            <a:ext cx="56769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7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2DE74CC-7A0A-2B9E-6610-E5A8AA38E41C}"/>
              </a:ext>
            </a:extLst>
          </p:cNvPr>
          <p:cNvSpPr txBox="1">
            <a:spLocks/>
          </p:cNvSpPr>
          <p:nvPr/>
        </p:nvSpPr>
        <p:spPr>
          <a:xfrm>
            <a:off x="838200" y="981075"/>
            <a:ext cx="10515600" cy="494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/>
              <a:t>COMPLEMENTO + ALMACENAMIENTO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CC76C4E-5272-A4AA-FF3C-9B4C99537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064" y="1705584"/>
            <a:ext cx="4651829" cy="1477640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AB4DDE2-BEF8-C4F9-2E2B-039CE6D85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9" y="3349364"/>
            <a:ext cx="4675284" cy="150109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75C05C1-13F5-26D7-BC1B-B6F966F00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78" y="4956177"/>
            <a:ext cx="4667465" cy="135254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E61407D-3084-C31D-B8EC-16625E853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153" y="1553629"/>
            <a:ext cx="4659647" cy="135254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AB3CCD9-4719-4BFC-D721-2C40CB7C3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153" y="3012541"/>
            <a:ext cx="4659647" cy="135254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A7B8306-B4ED-5768-1090-4B606643B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0264" y="4413633"/>
            <a:ext cx="4644011" cy="197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5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A3324B-4B83-9A66-05C0-5A63E9C50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3613686"/>
            <a:ext cx="5695950" cy="1809750"/>
          </a:xfrm>
          <a:prstGeom prst="rect">
            <a:avLst/>
          </a:prstGeo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606283C5-52F2-C9F0-AAC6-269696712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62312" y="2228850"/>
            <a:ext cx="56673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9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4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478</Words>
  <Application>Microsoft Office PowerPoint</Application>
  <PresentationFormat>Panorámica</PresentationFormat>
  <Paragraphs>95</Paragraphs>
  <Slides>24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4_Diseño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DATOS DEL CONTRIBUYENTE, PROVEEDOR DE SOFTWRE E INSTALACIÓN</vt:lpstr>
      <vt:lpstr>Presentación de PowerPoint</vt:lpstr>
      <vt:lpstr>DATOS DEL PRODUCTO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DATOS DEL CONTRIBUYENTE, PROVEEDOR DE SOFTWRE E INSTALACIÓN</vt:lpstr>
      <vt:lpstr>DATOS DEL PRODUCTO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rymsa</dc:creator>
  <cp:lastModifiedBy>Dario Molina</cp:lastModifiedBy>
  <cp:revision>7</cp:revision>
  <cp:lastPrinted>2022-06-24T23:53:26Z</cp:lastPrinted>
  <dcterms:created xsi:type="dcterms:W3CDTF">2019-02-24T04:10:14Z</dcterms:created>
  <dcterms:modified xsi:type="dcterms:W3CDTF">2022-07-01T16:50:39Z</dcterms:modified>
</cp:coreProperties>
</file>